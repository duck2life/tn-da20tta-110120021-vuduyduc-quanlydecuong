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2"/>
  </p:notesMasterIdLst>
  <p:sldIdLst>
    <p:sldId id="256" r:id="rId2"/>
    <p:sldId id="257" r:id="rId3"/>
    <p:sldId id="264" r:id="rId4"/>
    <p:sldId id="282" r:id="rId5"/>
    <p:sldId id="276" r:id="rId6"/>
    <p:sldId id="280" r:id="rId7"/>
    <p:sldId id="277" r:id="rId8"/>
    <p:sldId id="278" r:id="rId9"/>
    <p:sldId id="281" r:id="rId10"/>
    <p:sldId id="279" r:id="rId11"/>
  </p:sldIdLst>
  <p:sldSz cx="9144000" cy="5143500" type="screen16x9"/>
  <p:notesSz cx="6858000" cy="9144000"/>
  <p:embeddedFontLst>
    <p:embeddedFont>
      <p:font typeface="Calibri" panose="020F0502020204030204" pitchFamily="34" charset="0"/>
      <p:regular r:id="rId13"/>
      <p:bold r:id="rId14"/>
      <p:italic r:id="rId15"/>
      <p:boldItalic r:id="rId16"/>
    </p:embeddedFont>
    <p:embeddedFont>
      <p:font typeface="Inter" panose="020B0604020202020204" charset="0"/>
      <p:regular r:id="rId17"/>
      <p:bold r:id="rId18"/>
      <p:italic r:id="rId19"/>
      <p:boldItalic r:id="rId20"/>
    </p:embeddedFont>
    <p:embeddedFont>
      <p:font typeface="Raleway" panose="020B0604020202020204" charset="0"/>
      <p:regular r:id="rId21"/>
      <p:bold r:id="rId22"/>
      <p:italic r:id="rId23"/>
      <p:boldItalic r:id="rId24"/>
    </p:embeddedFont>
    <p:embeddedFont>
      <p:font typeface="Be Vietnam Pro Black" panose="020B0604020202020204" charset="0"/>
      <p:bold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66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0B85F17-D98D-40A8-89A7-179E1389227D}">
  <a:tblStyle styleId="{50B85F17-D98D-40A8-89A7-179E1389227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50" d="100"/>
          <a:sy n="150" d="100"/>
        </p:scale>
        <p:origin x="47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8375806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
        <p:cNvGrpSpPr/>
        <p:nvPr/>
      </p:nvGrpSpPr>
      <p:grpSpPr>
        <a:xfrm>
          <a:off x="0" y="0"/>
          <a:ext cx="0" cy="0"/>
          <a:chOff x="0" y="0"/>
          <a:chExt cx="0" cy="0"/>
        </a:xfrm>
      </p:grpSpPr>
      <p:sp>
        <p:nvSpPr>
          <p:cNvPr id="1455" name="Google Shape;14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6" name="Google Shape;14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7805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0"/>
        <p:cNvGrpSpPr/>
        <p:nvPr/>
      </p:nvGrpSpPr>
      <p:grpSpPr>
        <a:xfrm>
          <a:off x="0" y="0"/>
          <a:ext cx="0" cy="0"/>
          <a:chOff x="0" y="0"/>
          <a:chExt cx="0" cy="0"/>
        </a:xfrm>
      </p:grpSpPr>
      <p:sp>
        <p:nvSpPr>
          <p:cNvPr id="1461" name="Google Shape;1461;g12126a3bec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2" name="Google Shape;1462;g12126a3bec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6844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b611eaca6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b611eaca6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0931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b611eaca6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b611eaca6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3328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b611eaca6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b611eaca6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9371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b611eaca6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b611eaca6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583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b611eaca6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b611eaca6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616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b611eaca6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b611eaca6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6957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b611eaca6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b611eaca6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0856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b611eaca6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b611eaca6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1568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97800" y="1031363"/>
            <a:ext cx="7748400" cy="19575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543100" y="3093038"/>
            <a:ext cx="4057800" cy="409500"/>
          </a:xfrm>
          <a:prstGeom prst="rect">
            <a:avLst/>
          </a:prstGeom>
          <a:solidFill>
            <a:schemeClr val="dk1"/>
          </a:solidFill>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solidFill>
                  <a:schemeClr val="dk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7748978" y="-5"/>
            <a:ext cx="1395033" cy="605506"/>
            <a:chOff x="3468800" y="239525"/>
            <a:chExt cx="843175" cy="365975"/>
          </a:xfrm>
        </p:grpSpPr>
        <p:sp>
          <p:nvSpPr>
            <p:cNvPr id="12" name="Google Shape;12;p2"/>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54" y="26"/>
            <a:ext cx="535010" cy="535010"/>
            <a:chOff x="5807050" y="884950"/>
            <a:chExt cx="343550" cy="343550"/>
          </a:xfrm>
        </p:grpSpPr>
        <p:sp>
          <p:nvSpPr>
            <p:cNvPr id="31" name="Google Shape;31;p2"/>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40;p2"/>
          <p:cNvGrpSpPr/>
          <p:nvPr/>
        </p:nvGrpSpPr>
        <p:grpSpPr>
          <a:xfrm rot="-5400000">
            <a:off x="8251178" y="1206041"/>
            <a:ext cx="1067170" cy="206374"/>
            <a:chOff x="5589725" y="3057300"/>
            <a:chExt cx="352900" cy="68250"/>
          </a:xfrm>
        </p:grpSpPr>
        <p:sp>
          <p:nvSpPr>
            <p:cNvPr id="41" name="Google Shape;41;p2"/>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2"/>
          <p:cNvGrpSpPr/>
          <p:nvPr/>
        </p:nvGrpSpPr>
        <p:grpSpPr>
          <a:xfrm rot="-5400000">
            <a:off x="-183947" y="3568991"/>
            <a:ext cx="1067170" cy="206374"/>
            <a:chOff x="5589725" y="3057300"/>
            <a:chExt cx="352900" cy="68250"/>
          </a:xfrm>
        </p:grpSpPr>
        <p:sp>
          <p:nvSpPr>
            <p:cNvPr id="54" name="Google Shape;54;p2"/>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2"/>
          <p:cNvSpPr/>
          <p:nvPr/>
        </p:nvSpPr>
        <p:spPr>
          <a:xfrm>
            <a:off x="0" y="4285475"/>
            <a:ext cx="9144000" cy="8580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67" name="Google Shape;67;p2"/>
          <p:cNvGrpSpPr/>
          <p:nvPr/>
        </p:nvGrpSpPr>
        <p:grpSpPr>
          <a:xfrm rot="5400000">
            <a:off x="4489025" y="4416997"/>
            <a:ext cx="165950" cy="858016"/>
            <a:chOff x="1349300" y="3328375"/>
            <a:chExt cx="68250" cy="352875"/>
          </a:xfrm>
        </p:grpSpPr>
        <p:sp>
          <p:nvSpPr>
            <p:cNvPr id="68" name="Google Shape;68;p2"/>
            <p:cNvSpPr/>
            <p:nvPr/>
          </p:nvSpPr>
          <p:spPr>
            <a:xfrm>
              <a:off x="1349300" y="3665325"/>
              <a:ext cx="15900" cy="15925"/>
            </a:xfrm>
            <a:custGeom>
              <a:avLst/>
              <a:gdLst/>
              <a:ahLst/>
              <a:cxnLst/>
              <a:rect l="l" t="t" r="r" b="b"/>
              <a:pathLst>
                <a:path w="636" h="637" extrusionOk="0">
                  <a:moveTo>
                    <a:pt x="262" y="1"/>
                  </a:moveTo>
                  <a:lnTo>
                    <a:pt x="206" y="20"/>
                  </a:lnTo>
                  <a:lnTo>
                    <a:pt x="150" y="57"/>
                  </a:lnTo>
                  <a:lnTo>
                    <a:pt x="94" y="94"/>
                  </a:lnTo>
                  <a:lnTo>
                    <a:pt x="56" y="132"/>
                  </a:lnTo>
                  <a:lnTo>
                    <a:pt x="19" y="188"/>
                  </a:lnTo>
                  <a:lnTo>
                    <a:pt x="0" y="263"/>
                  </a:lnTo>
                  <a:lnTo>
                    <a:pt x="0" y="319"/>
                  </a:lnTo>
                  <a:lnTo>
                    <a:pt x="0" y="394"/>
                  </a:lnTo>
                  <a:lnTo>
                    <a:pt x="19" y="450"/>
                  </a:lnTo>
                  <a:lnTo>
                    <a:pt x="56" y="506"/>
                  </a:lnTo>
                  <a:lnTo>
                    <a:pt x="94" y="543"/>
                  </a:lnTo>
                  <a:lnTo>
                    <a:pt x="150" y="581"/>
                  </a:lnTo>
                  <a:lnTo>
                    <a:pt x="206" y="618"/>
                  </a:lnTo>
                  <a:lnTo>
                    <a:pt x="262" y="637"/>
                  </a:lnTo>
                  <a:lnTo>
                    <a:pt x="393" y="637"/>
                  </a:lnTo>
                  <a:lnTo>
                    <a:pt x="449" y="618"/>
                  </a:lnTo>
                  <a:lnTo>
                    <a:pt x="505" y="581"/>
                  </a:lnTo>
                  <a:lnTo>
                    <a:pt x="542" y="543"/>
                  </a:lnTo>
                  <a:lnTo>
                    <a:pt x="580" y="506"/>
                  </a:lnTo>
                  <a:lnTo>
                    <a:pt x="617" y="450"/>
                  </a:lnTo>
                  <a:lnTo>
                    <a:pt x="636" y="394"/>
                  </a:lnTo>
                  <a:lnTo>
                    <a:pt x="636" y="319"/>
                  </a:lnTo>
                  <a:lnTo>
                    <a:pt x="636" y="263"/>
                  </a:lnTo>
                  <a:lnTo>
                    <a:pt x="617" y="188"/>
                  </a:lnTo>
                  <a:lnTo>
                    <a:pt x="580" y="132"/>
                  </a:lnTo>
                  <a:lnTo>
                    <a:pt x="542" y="94"/>
                  </a:lnTo>
                  <a:lnTo>
                    <a:pt x="505" y="57"/>
                  </a:lnTo>
                  <a:lnTo>
                    <a:pt x="449" y="20"/>
                  </a:lnTo>
                  <a:lnTo>
                    <a:pt x="3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1349300" y="3598025"/>
              <a:ext cx="15900" cy="15925"/>
            </a:xfrm>
            <a:custGeom>
              <a:avLst/>
              <a:gdLst/>
              <a:ahLst/>
              <a:cxnLst/>
              <a:rect l="l" t="t" r="r" b="b"/>
              <a:pathLst>
                <a:path w="636" h="637" extrusionOk="0">
                  <a:moveTo>
                    <a:pt x="262" y="1"/>
                  </a:moveTo>
                  <a:lnTo>
                    <a:pt x="206" y="20"/>
                  </a:lnTo>
                  <a:lnTo>
                    <a:pt x="150" y="57"/>
                  </a:lnTo>
                  <a:lnTo>
                    <a:pt x="94" y="94"/>
                  </a:lnTo>
                  <a:lnTo>
                    <a:pt x="56" y="132"/>
                  </a:lnTo>
                  <a:lnTo>
                    <a:pt x="19" y="188"/>
                  </a:lnTo>
                  <a:lnTo>
                    <a:pt x="0" y="244"/>
                  </a:lnTo>
                  <a:lnTo>
                    <a:pt x="0" y="319"/>
                  </a:lnTo>
                  <a:lnTo>
                    <a:pt x="0" y="375"/>
                  </a:lnTo>
                  <a:lnTo>
                    <a:pt x="19" y="450"/>
                  </a:lnTo>
                  <a:lnTo>
                    <a:pt x="56" y="487"/>
                  </a:lnTo>
                  <a:lnTo>
                    <a:pt x="94" y="543"/>
                  </a:lnTo>
                  <a:lnTo>
                    <a:pt x="150" y="580"/>
                  </a:lnTo>
                  <a:lnTo>
                    <a:pt x="206" y="618"/>
                  </a:lnTo>
                  <a:lnTo>
                    <a:pt x="262" y="637"/>
                  </a:lnTo>
                  <a:lnTo>
                    <a:pt x="393" y="637"/>
                  </a:lnTo>
                  <a:lnTo>
                    <a:pt x="449" y="618"/>
                  </a:lnTo>
                  <a:lnTo>
                    <a:pt x="505" y="580"/>
                  </a:lnTo>
                  <a:lnTo>
                    <a:pt x="542" y="543"/>
                  </a:lnTo>
                  <a:lnTo>
                    <a:pt x="580" y="487"/>
                  </a:lnTo>
                  <a:lnTo>
                    <a:pt x="617" y="450"/>
                  </a:lnTo>
                  <a:lnTo>
                    <a:pt x="636" y="375"/>
                  </a:lnTo>
                  <a:lnTo>
                    <a:pt x="636" y="319"/>
                  </a:lnTo>
                  <a:lnTo>
                    <a:pt x="636" y="244"/>
                  </a:lnTo>
                  <a:lnTo>
                    <a:pt x="617" y="188"/>
                  </a:lnTo>
                  <a:lnTo>
                    <a:pt x="580" y="132"/>
                  </a:lnTo>
                  <a:lnTo>
                    <a:pt x="542" y="94"/>
                  </a:lnTo>
                  <a:lnTo>
                    <a:pt x="505" y="57"/>
                  </a:lnTo>
                  <a:lnTo>
                    <a:pt x="449" y="20"/>
                  </a:lnTo>
                  <a:lnTo>
                    <a:pt x="3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349300" y="3530725"/>
              <a:ext cx="15900" cy="15925"/>
            </a:xfrm>
            <a:custGeom>
              <a:avLst/>
              <a:gdLst/>
              <a:ahLst/>
              <a:cxnLst/>
              <a:rect l="l" t="t" r="r" b="b"/>
              <a:pathLst>
                <a:path w="636" h="637" extrusionOk="0">
                  <a:moveTo>
                    <a:pt x="262" y="1"/>
                  </a:moveTo>
                  <a:lnTo>
                    <a:pt x="206" y="20"/>
                  </a:lnTo>
                  <a:lnTo>
                    <a:pt x="150" y="57"/>
                  </a:lnTo>
                  <a:lnTo>
                    <a:pt x="94" y="94"/>
                  </a:lnTo>
                  <a:lnTo>
                    <a:pt x="56" y="132"/>
                  </a:lnTo>
                  <a:lnTo>
                    <a:pt x="19" y="188"/>
                  </a:lnTo>
                  <a:lnTo>
                    <a:pt x="0" y="244"/>
                  </a:lnTo>
                  <a:lnTo>
                    <a:pt x="0" y="319"/>
                  </a:lnTo>
                  <a:lnTo>
                    <a:pt x="0" y="375"/>
                  </a:lnTo>
                  <a:lnTo>
                    <a:pt x="19" y="431"/>
                  </a:lnTo>
                  <a:lnTo>
                    <a:pt x="56" y="487"/>
                  </a:lnTo>
                  <a:lnTo>
                    <a:pt x="94" y="543"/>
                  </a:lnTo>
                  <a:lnTo>
                    <a:pt x="150" y="580"/>
                  </a:lnTo>
                  <a:lnTo>
                    <a:pt x="206" y="618"/>
                  </a:lnTo>
                  <a:lnTo>
                    <a:pt x="262" y="636"/>
                  </a:lnTo>
                  <a:lnTo>
                    <a:pt x="393" y="636"/>
                  </a:lnTo>
                  <a:lnTo>
                    <a:pt x="449" y="618"/>
                  </a:lnTo>
                  <a:lnTo>
                    <a:pt x="505" y="580"/>
                  </a:lnTo>
                  <a:lnTo>
                    <a:pt x="542" y="543"/>
                  </a:lnTo>
                  <a:lnTo>
                    <a:pt x="580" y="487"/>
                  </a:lnTo>
                  <a:lnTo>
                    <a:pt x="617" y="431"/>
                  </a:lnTo>
                  <a:lnTo>
                    <a:pt x="636" y="375"/>
                  </a:lnTo>
                  <a:lnTo>
                    <a:pt x="636" y="319"/>
                  </a:lnTo>
                  <a:lnTo>
                    <a:pt x="636" y="244"/>
                  </a:lnTo>
                  <a:lnTo>
                    <a:pt x="617" y="188"/>
                  </a:lnTo>
                  <a:lnTo>
                    <a:pt x="580" y="132"/>
                  </a:lnTo>
                  <a:lnTo>
                    <a:pt x="542" y="94"/>
                  </a:lnTo>
                  <a:lnTo>
                    <a:pt x="505" y="57"/>
                  </a:lnTo>
                  <a:lnTo>
                    <a:pt x="449" y="20"/>
                  </a:lnTo>
                  <a:lnTo>
                    <a:pt x="3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349300" y="3462975"/>
              <a:ext cx="15900" cy="16375"/>
            </a:xfrm>
            <a:custGeom>
              <a:avLst/>
              <a:gdLst/>
              <a:ahLst/>
              <a:cxnLst/>
              <a:rect l="l" t="t" r="r" b="b"/>
              <a:pathLst>
                <a:path w="636" h="655" extrusionOk="0">
                  <a:moveTo>
                    <a:pt x="318" y="0"/>
                  </a:moveTo>
                  <a:lnTo>
                    <a:pt x="262" y="19"/>
                  </a:lnTo>
                  <a:lnTo>
                    <a:pt x="206" y="38"/>
                  </a:lnTo>
                  <a:lnTo>
                    <a:pt x="150" y="56"/>
                  </a:lnTo>
                  <a:lnTo>
                    <a:pt x="94" y="94"/>
                  </a:lnTo>
                  <a:lnTo>
                    <a:pt x="56" y="150"/>
                  </a:lnTo>
                  <a:lnTo>
                    <a:pt x="19" y="206"/>
                  </a:lnTo>
                  <a:lnTo>
                    <a:pt x="0" y="262"/>
                  </a:lnTo>
                  <a:lnTo>
                    <a:pt x="0" y="337"/>
                  </a:lnTo>
                  <a:lnTo>
                    <a:pt x="0" y="393"/>
                  </a:lnTo>
                  <a:lnTo>
                    <a:pt x="19" y="449"/>
                  </a:lnTo>
                  <a:lnTo>
                    <a:pt x="56" y="505"/>
                  </a:lnTo>
                  <a:lnTo>
                    <a:pt x="94" y="561"/>
                  </a:lnTo>
                  <a:lnTo>
                    <a:pt x="150" y="598"/>
                  </a:lnTo>
                  <a:lnTo>
                    <a:pt x="206" y="617"/>
                  </a:lnTo>
                  <a:lnTo>
                    <a:pt x="262" y="636"/>
                  </a:lnTo>
                  <a:lnTo>
                    <a:pt x="318" y="654"/>
                  </a:lnTo>
                  <a:lnTo>
                    <a:pt x="393" y="636"/>
                  </a:lnTo>
                  <a:lnTo>
                    <a:pt x="449" y="617"/>
                  </a:lnTo>
                  <a:lnTo>
                    <a:pt x="505" y="598"/>
                  </a:lnTo>
                  <a:lnTo>
                    <a:pt x="542" y="561"/>
                  </a:lnTo>
                  <a:lnTo>
                    <a:pt x="580" y="505"/>
                  </a:lnTo>
                  <a:lnTo>
                    <a:pt x="617" y="449"/>
                  </a:lnTo>
                  <a:lnTo>
                    <a:pt x="636" y="393"/>
                  </a:lnTo>
                  <a:lnTo>
                    <a:pt x="636" y="337"/>
                  </a:lnTo>
                  <a:lnTo>
                    <a:pt x="636" y="262"/>
                  </a:lnTo>
                  <a:lnTo>
                    <a:pt x="617" y="206"/>
                  </a:lnTo>
                  <a:lnTo>
                    <a:pt x="580" y="150"/>
                  </a:lnTo>
                  <a:lnTo>
                    <a:pt x="542" y="94"/>
                  </a:lnTo>
                  <a:lnTo>
                    <a:pt x="505" y="56"/>
                  </a:lnTo>
                  <a:lnTo>
                    <a:pt x="449" y="38"/>
                  </a:lnTo>
                  <a:lnTo>
                    <a:pt x="393" y="19"/>
                  </a:lnTo>
                  <a:lnTo>
                    <a:pt x="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349300" y="3395675"/>
              <a:ext cx="15900" cy="16375"/>
            </a:xfrm>
            <a:custGeom>
              <a:avLst/>
              <a:gdLst/>
              <a:ahLst/>
              <a:cxnLst/>
              <a:rect l="l" t="t" r="r" b="b"/>
              <a:pathLst>
                <a:path w="636" h="655" extrusionOk="0">
                  <a:moveTo>
                    <a:pt x="318" y="0"/>
                  </a:moveTo>
                  <a:lnTo>
                    <a:pt x="262" y="19"/>
                  </a:lnTo>
                  <a:lnTo>
                    <a:pt x="206" y="37"/>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206" y="617"/>
                  </a:lnTo>
                  <a:lnTo>
                    <a:pt x="262" y="636"/>
                  </a:lnTo>
                  <a:lnTo>
                    <a:pt x="318" y="654"/>
                  </a:lnTo>
                  <a:lnTo>
                    <a:pt x="393" y="636"/>
                  </a:lnTo>
                  <a:lnTo>
                    <a:pt x="449" y="617"/>
                  </a:lnTo>
                  <a:lnTo>
                    <a:pt x="505" y="598"/>
                  </a:lnTo>
                  <a:lnTo>
                    <a:pt x="542" y="561"/>
                  </a:lnTo>
                  <a:lnTo>
                    <a:pt x="580" y="505"/>
                  </a:lnTo>
                  <a:lnTo>
                    <a:pt x="617" y="449"/>
                  </a:lnTo>
                  <a:lnTo>
                    <a:pt x="636" y="393"/>
                  </a:lnTo>
                  <a:lnTo>
                    <a:pt x="636" y="318"/>
                  </a:lnTo>
                  <a:lnTo>
                    <a:pt x="636" y="262"/>
                  </a:lnTo>
                  <a:lnTo>
                    <a:pt x="617" y="206"/>
                  </a:lnTo>
                  <a:lnTo>
                    <a:pt x="580" y="150"/>
                  </a:lnTo>
                  <a:lnTo>
                    <a:pt x="542" y="94"/>
                  </a:lnTo>
                  <a:lnTo>
                    <a:pt x="505" y="56"/>
                  </a:lnTo>
                  <a:lnTo>
                    <a:pt x="449" y="37"/>
                  </a:lnTo>
                  <a:lnTo>
                    <a:pt x="393" y="19"/>
                  </a:lnTo>
                  <a:lnTo>
                    <a:pt x="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349300" y="3328375"/>
              <a:ext cx="15900" cy="15900"/>
            </a:xfrm>
            <a:custGeom>
              <a:avLst/>
              <a:gdLst/>
              <a:ahLst/>
              <a:cxnLst/>
              <a:rect l="l" t="t" r="r" b="b"/>
              <a:pathLst>
                <a:path w="636" h="636" extrusionOk="0">
                  <a:moveTo>
                    <a:pt x="318" y="0"/>
                  </a:moveTo>
                  <a:lnTo>
                    <a:pt x="262" y="19"/>
                  </a:lnTo>
                  <a:lnTo>
                    <a:pt x="206" y="37"/>
                  </a:lnTo>
                  <a:lnTo>
                    <a:pt x="150" y="56"/>
                  </a:lnTo>
                  <a:lnTo>
                    <a:pt x="94" y="93"/>
                  </a:lnTo>
                  <a:lnTo>
                    <a:pt x="56" y="150"/>
                  </a:lnTo>
                  <a:lnTo>
                    <a:pt x="19" y="206"/>
                  </a:lnTo>
                  <a:lnTo>
                    <a:pt x="0" y="262"/>
                  </a:lnTo>
                  <a:lnTo>
                    <a:pt x="0" y="318"/>
                  </a:lnTo>
                  <a:lnTo>
                    <a:pt x="0" y="393"/>
                  </a:lnTo>
                  <a:lnTo>
                    <a:pt x="19" y="449"/>
                  </a:lnTo>
                  <a:lnTo>
                    <a:pt x="56" y="505"/>
                  </a:lnTo>
                  <a:lnTo>
                    <a:pt x="94" y="542"/>
                  </a:lnTo>
                  <a:lnTo>
                    <a:pt x="150" y="598"/>
                  </a:lnTo>
                  <a:lnTo>
                    <a:pt x="206" y="617"/>
                  </a:lnTo>
                  <a:lnTo>
                    <a:pt x="262" y="636"/>
                  </a:lnTo>
                  <a:lnTo>
                    <a:pt x="393" y="636"/>
                  </a:lnTo>
                  <a:lnTo>
                    <a:pt x="449" y="617"/>
                  </a:lnTo>
                  <a:lnTo>
                    <a:pt x="505" y="598"/>
                  </a:lnTo>
                  <a:lnTo>
                    <a:pt x="542" y="542"/>
                  </a:lnTo>
                  <a:lnTo>
                    <a:pt x="580" y="505"/>
                  </a:lnTo>
                  <a:lnTo>
                    <a:pt x="617" y="449"/>
                  </a:lnTo>
                  <a:lnTo>
                    <a:pt x="636" y="393"/>
                  </a:lnTo>
                  <a:lnTo>
                    <a:pt x="636" y="318"/>
                  </a:lnTo>
                  <a:lnTo>
                    <a:pt x="636" y="262"/>
                  </a:lnTo>
                  <a:lnTo>
                    <a:pt x="617" y="206"/>
                  </a:lnTo>
                  <a:lnTo>
                    <a:pt x="580" y="150"/>
                  </a:lnTo>
                  <a:lnTo>
                    <a:pt x="542" y="93"/>
                  </a:lnTo>
                  <a:lnTo>
                    <a:pt x="505" y="56"/>
                  </a:lnTo>
                  <a:lnTo>
                    <a:pt x="449" y="37"/>
                  </a:lnTo>
                  <a:lnTo>
                    <a:pt x="393" y="19"/>
                  </a:lnTo>
                  <a:lnTo>
                    <a:pt x="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401175" y="3665325"/>
              <a:ext cx="16375" cy="15925"/>
            </a:xfrm>
            <a:custGeom>
              <a:avLst/>
              <a:gdLst/>
              <a:ahLst/>
              <a:cxnLst/>
              <a:rect l="l" t="t" r="r" b="b"/>
              <a:pathLst>
                <a:path w="655" h="637" extrusionOk="0">
                  <a:moveTo>
                    <a:pt x="262" y="1"/>
                  </a:moveTo>
                  <a:lnTo>
                    <a:pt x="206" y="20"/>
                  </a:lnTo>
                  <a:lnTo>
                    <a:pt x="150" y="57"/>
                  </a:lnTo>
                  <a:lnTo>
                    <a:pt x="94" y="94"/>
                  </a:lnTo>
                  <a:lnTo>
                    <a:pt x="56" y="132"/>
                  </a:lnTo>
                  <a:lnTo>
                    <a:pt x="38" y="188"/>
                  </a:lnTo>
                  <a:lnTo>
                    <a:pt x="19" y="263"/>
                  </a:lnTo>
                  <a:lnTo>
                    <a:pt x="0" y="319"/>
                  </a:lnTo>
                  <a:lnTo>
                    <a:pt x="19" y="394"/>
                  </a:lnTo>
                  <a:lnTo>
                    <a:pt x="38" y="450"/>
                  </a:lnTo>
                  <a:lnTo>
                    <a:pt x="56" y="506"/>
                  </a:lnTo>
                  <a:lnTo>
                    <a:pt x="94" y="543"/>
                  </a:lnTo>
                  <a:lnTo>
                    <a:pt x="150" y="581"/>
                  </a:lnTo>
                  <a:lnTo>
                    <a:pt x="206" y="618"/>
                  </a:lnTo>
                  <a:lnTo>
                    <a:pt x="262" y="637"/>
                  </a:lnTo>
                  <a:lnTo>
                    <a:pt x="393" y="637"/>
                  </a:lnTo>
                  <a:lnTo>
                    <a:pt x="449" y="618"/>
                  </a:lnTo>
                  <a:lnTo>
                    <a:pt x="505" y="581"/>
                  </a:lnTo>
                  <a:lnTo>
                    <a:pt x="561" y="543"/>
                  </a:lnTo>
                  <a:lnTo>
                    <a:pt x="599" y="506"/>
                  </a:lnTo>
                  <a:lnTo>
                    <a:pt x="617" y="450"/>
                  </a:lnTo>
                  <a:lnTo>
                    <a:pt x="636" y="394"/>
                  </a:lnTo>
                  <a:lnTo>
                    <a:pt x="655" y="319"/>
                  </a:lnTo>
                  <a:lnTo>
                    <a:pt x="636" y="263"/>
                  </a:lnTo>
                  <a:lnTo>
                    <a:pt x="617" y="188"/>
                  </a:lnTo>
                  <a:lnTo>
                    <a:pt x="599" y="132"/>
                  </a:lnTo>
                  <a:lnTo>
                    <a:pt x="561" y="94"/>
                  </a:lnTo>
                  <a:lnTo>
                    <a:pt x="505" y="57"/>
                  </a:lnTo>
                  <a:lnTo>
                    <a:pt x="449" y="20"/>
                  </a:lnTo>
                  <a:lnTo>
                    <a:pt x="3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401175" y="3598025"/>
              <a:ext cx="16375" cy="15925"/>
            </a:xfrm>
            <a:custGeom>
              <a:avLst/>
              <a:gdLst/>
              <a:ahLst/>
              <a:cxnLst/>
              <a:rect l="l" t="t" r="r" b="b"/>
              <a:pathLst>
                <a:path w="655" h="637" extrusionOk="0">
                  <a:moveTo>
                    <a:pt x="262" y="1"/>
                  </a:moveTo>
                  <a:lnTo>
                    <a:pt x="206" y="20"/>
                  </a:lnTo>
                  <a:lnTo>
                    <a:pt x="150" y="57"/>
                  </a:lnTo>
                  <a:lnTo>
                    <a:pt x="94" y="94"/>
                  </a:lnTo>
                  <a:lnTo>
                    <a:pt x="56" y="132"/>
                  </a:lnTo>
                  <a:lnTo>
                    <a:pt x="38" y="188"/>
                  </a:lnTo>
                  <a:lnTo>
                    <a:pt x="19" y="244"/>
                  </a:lnTo>
                  <a:lnTo>
                    <a:pt x="0" y="319"/>
                  </a:lnTo>
                  <a:lnTo>
                    <a:pt x="19" y="375"/>
                  </a:lnTo>
                  <a:lnTo>
                    <a:pt x="38" y="450"/>
                  </a:lnTo>
                  <a:lnTo>
                    <a:pt x="56" y="487"/>
                  </a:lnTo>
                  <a:lnTo>
                    <a:pt x="94" y="543"/>
                  </a:lnTo>
                  <a:lnTo>
                    <a:pt x="150" y="580"/>
                  </a:lnTo>
                  <a:lnTo>
                    <a:pt x="206" y="618"/>
                  </a:lnTo>
                  <a:lnTo>
                    <a:pt x="262" y="637"/>
                  </a:lnTo>
                  <a:lnTo>
                    <a:pt x="393" y="637"/>
                  </a:lnTo>
                  <a:lnTo>
                    <a:pt x="449" y="618"/>
                  </a:lnTo>
                  <a:lnTo>
                    <a:pt x="505" y="580"/>
                  </a:lnTo>
                  <a:lnTo>
                    <a:pt x="561" y="543"/>
                  </a:lnTo>
                  <a:lnTo>
                    <a:pt x="599" y="487"/>
                  </a:lnTo>
                  <a:lnTo>
                    <a:pt x="617" y="450"/>
                  </a:lnTo>
                  <a:lnTo>
                    <a:pt x="636" y="375"/>
                  </a:lnTo>
                  <a:lnTo>
                    <a:pt x="655" y="319"/>
                  </a:lnTo>
                  <a:lnTo>
                    <a:pt x="636" y="244"/>
                  </a:lnTo>
                  <a:lnTo>
                    <a:pt x="617" y="188"/>
                  </a:lnTo>
                  <a:lnTo>
                    <a:pt x="599" y="132"/>
                  </a:lnTo>
                  <a:lnTo>
                    <a:pt x="561" y="94"/>
                  </a:lnTo>
                  <a:lnTo>
                    <a:pt x="505" y="57"/>
                  </a:lnTo>
                  <a:lnTo>
                    <a:pt x="449" y="20"/>
                  </a:lnTo>
                  <a:lnTo>
                    <a:pt x="3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401175" y="3530725"/>
              <a:ext cx="16375" cy="15925"/>
            </a:xfrm>
            <a:custGeom>
              <a:avLst/>
              <a:gdLst/>
              <a:ahLst/>
              <a:cxnLst/>
              <a:rect l="l" t="t" r="r" b="b"/>
              <a:pathLst>
                <a:path w="655" h="637" extrusionOk="0">
                  <a:moveTo>
                    <a:pt x="262" y="1"/>
                  </a:moveTo>
                  <a:lnTo>
                    <a:pt x="206" y="20"/>
                  </a:lnTo>
                  <a:lnTo>
                    <a:pt x="150" y="57"/>
                  </a:lnTo>
                  <a:lnTo>
                    <a:pt x="94" y="94"/>
                  </a:lnTo>
                  <a:lnTo>
                    <a:pt x="56" y="132"/>
                  </a:lnTo>
                  <a:lnTo>
                    <a:pt x="38" y="188"/>
                  </a:lnTo>
                  <a:lnTo>
                    <a:pt x="19" y="244"/>
                  </a:lnTo>
                  <a:lnTo>
                    <a:pt x="0" y="319"/>
                  </a:lnTo>
                  <a:lnTo>
                    <a:pt x="19" y="375"/>
                  </a:lnTo>
                  <a:lnTo>
                    <a:pt x="38" y="431"/>
                  </a:lnTo>
                  <a:lnTo>
                    <a:pt x="56" y="487"/>
                  </a:lnTo>
                  <a:lnTo>
                    <a:pt x="94" y="543"/>
                  </a:lnTo>
                  <a:lnTo>
                    <a:pt x="150" y="580"/>
                  </a:lnTo>
                  <a:lnTo>
                    <a:pt x="206" y="618"/>
                  </a:lnTo>
                  <a:lnTo>
                    <a:pt x="262" y="636"/>
                  </a:lnTo>
                  <a:lnTo>
                    <a:pt x="393" y="636"/>
                  </a:lnTo>
                  <a:lnTo>
                    <a:pt x="449" y="618"/>
                  </a:lnTo>
                  <a:lnTo>
                    <a:pt x="505" y="580"/>
                  </a:lnTo>
                  <a:lnTo>
                    <a:pt x="561" y="543"/>
                  </a:lnTo>
                  <a:lnTo>
                    <a:pt x="599" y="487"/>
                  </a:lnTo>
                  <a:lnTo>
                    <a:pt x="617" y="431"/>
                  </a:lnTo>
                  <a:lnTo>
                    <a:pt x="636" y="375"/>
                  </a:lnTo>
                  <a:lnTo>
                    <a:pt x="655" y="319"/>
                  </a:lnTo>
                  <a:lnTo>
                    <a:pt x="636" y="244"/>
                  </a:lnTo>
                  <a:lnTo>
                    <a:pt x="617" y="188"/>
                  </a:lnTo>
                  <a:lnTo>
                    <a:pt x="599" y="132"/>
                  </a:lnTo>
                  <a:lnTo>
                    <a:pt x="561" y="94"/>
                  </a:lnTo>
                  <a:lnTo>
                    <a:pt x="505" y="57"/>
                  </a:lnTo>
                  <a:lnTo>
                    <a:pt x="449" y="20"/>
                  </a:lnTo>
                  <a:lnTo>
                    <a:pt x="3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401175" y="3462975"/>
              <a:ext cx="16375" cy="16375"/>
            </a:xfrm>
            <a:custGeom>
              <a:avLst/>
              <a:gdLst/>
              <a:ahLst/>
              <a:cxnLst/>
              <a:rect l="l" t="t" r="r" b="b"/>
              <a:pathLst>
                <a:path w="655" h="655" extrusionOk="0">
                  <a:moveTo>
                    <a:pt x="337" y="0"/>
                  </a:moveTo>
                  <a:lnTo>
                    <a:pt x="262" y="19"/>
                  </a:lnTo>
                  <a:lnTo>
                    <a:pt x="206" y="38"/>
                  </a:lnTo>
                  <a:lnTo>
                    <a:pt x="150" y="56"/>
                  </a:lnTo>
                  <a:lnTo>
                    <a:pt x="94" y="94"/>
                  </a:lnTo>
                  <a:lnTo>
                    <a:pt x="56" y="150"/>
                  </a:lnTo>
                  <a:lnTo>
                    <a:pt x="38" y="206"/>
                  </a:lnTo>
                  <a:lnTo>
                    <a:pt x="19" y="262"/>
                  </a:lnTo>
                  <a:lnTo>
                    <a:pt x="0" y="337"/>
                  </a:lnTo>
                  <a:lnTo>
                    <a:pt x="19" y="393"/>
                  </a:lnTo>
                  <a:lnTo>
                    <a:pt x="38" y="449"/>
                  </a:lnTo>
                  <a:lnTo>
                    <a:pt x="56"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37"/>
                  </a:lnTo>
                  <a:lnTo>
                    <a:pt x="636" y="262"/>
                  </a:lnTo>
                  <a:lnTo>
                    <a:pt x="617" y="206"/>
                  </a:lnTo>
                  <a:lnTo>
                    <a:pt x="599" y="150"/>
                  </a:lnTo>
                  <a:lnTo>
                    <a:pt x="561" y="94"/>
                  </a:lnTo>
                  <a:lnTo>
                    <a:pt x="505" y="56"/>
                  </a:lnTo>
                  <a:lnTo>
                    <a:pt x="449" y="38"/>
                  </a:lnTo>
                  <a:lnTo>
                    <a:pt x="393" y="19"/>
                  </a:lnTo>
                  <a:lnTo>
                    <a:pt x="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401175" y="3395675"/>
              <a:ext cx="16375" cy="16375"/>
            </a:xfrm>
            <a:custGeom>
              <a:avLst/>
              <a:gdLst/>
              <a:ahLst/>
              <a:cxnLst/>
              <a:rect l="l" t="t" r="r" b="b"/>
              <a:pathLst>
                <a:path w="655" h="655" extrusionOk="0">
                  <a:moveTo>
                    <a:pt x="337" y="0"/>
                  </a:moveTo>
                  <a:lnTo>
                    <a:pt x="262" y="19"/>
                  </a:lnTo>
                  <a:lnTo>
                    <a:pt x="206" y="37"/>
                  </a:lnTo>
                  <a:lnTo>
                    <a:pt x="150" y="56"/>
                  </a:lnTo>
                  <a:lnTo>
                    <a:pt x="94" y="94"/>
                  </a:lnTo>
                  <a:lnTo>
                    <a:pt x="56" y="150"/>
                  </a:lnTo>
                  <a:lnTo>
                    <a:pt x="38" y="206"/>
                  </a:lnTo>
                  <a:lnTo>
                    <a:pt x="19" y="262"/>
                  </a:lnTo>
                  <a:lnTo>
                    <a:pt x="0" y="318"/>
                  </a:lnTo>
                  <a:lnTo>
                    <a:pt x="19" y="393"/>
                  </a:lnTo>
                  <a:lnTo>
                    <a:pt x="38" y="449"/>
                  </a:lnTo>
                  <a:lnTo>
                    <a:pt x="56"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7"/>
                  </a:lnTo>
                  <a:lnTo>
                    <a:pt x="393" y="19"/>
                  </a:lnTo>
                  <a:lnTo>
                    <a:pt x="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401175" y="3328375"/>
              <a:ext cx="16375" cy="15900"/>
            </a:xfrm>
            <a:custGeom>
              <a:avLst/>
              <a:gdLst/>
              <a:ahLst/>
              <a:cxnLst/>
              <a:rect l="l" t="t" r="r" b="b"/>
              <a:pathLst>
                <a:path w="655" h="636" extrusionOk="0">
                  <a:moveTo>
                    <a:pt x="337" y="0"/>
                  </a:moveTo>
                  <a:lnTo>
                    <a:pt x="262" y="19"/>
                  </a:lnTo>
                  <a:lnTo>
                    <a:pt x="206" y="37"/>
                  </a:lnTo>
                  <a:lnTo>
                    <a:pt x="150" y="56"/>
                  </a:lnTo>
                  <a:lnTo>
                    <a:pt x="94" y="93"/>
                  </a:lnTo>
                  <a:lnTo>
                    <a:pt x="56" y="150"/>
                  </a:lnTo>
                  <a:lnTo>
                    <a:pt x="38" y="206"/>
                  </a:lnTo>
                  <a:lnTo>
                    <a:pt x="19" y="262"/>
                  </a:lnTo>
                  <a:lnTo>
                    <a:pt x="0" y="318"/>
                  </a:lnTo>
                  <a:lnTo>
                    <a:pt x="19" y="393"/>
                  </a:lnTo>
                  <a:lnTo>
                    <a:pt x="38" y="449"/>
                  </a:lnTo>
                  <a:lnTo>
                    <a:pt x="56" y="505"/>
                  </a:lnTo>
                  <a:lnTo>
                    <a:pt x="94" y="542"/>
                  </a:lnTo>
                  <a:lnTo>
                    <a:pt x="150" y="598"/>
                  </a:lnTo>
                  <a:lnTo>
                    <a:pt x="206" y="617"/>
                  </a:lnTo>
                  <a:lnTo>
                    <a:pt x="262" y="636"/>
                  </a:lnTo>
                  <a:lnTo>
                    <a:pt x="393" y="636"/>
                  </a:lnTo>
                  <a:lnTo>
                    <a:pt x="449" y="617"/>
                  </a:lnTo>
                  <a:lnTo>
                    <a:pt x="505" y="598"/>
                  </a:lnTo>
                  <a:lnTo>
                    <a:pt x="561" y="542"/>
                  </a:lnTo>
                  <a:lnTo>
                    <a:pt x="599" y="505"/>
                  </a:lnTo>
                  <a:lnTo>
                    <a:pt x="617" y="449"/>
                  </a:lnTo>
                  <a:lnTo>
                    <a:pt x="636" y="393"/>
                  </a:lnTo>
                  <a:lnTo>
                    <a:pt x="655" y="318"/>
                  </a:lnTo>
                  <a:lnTo>
                    <a:pt x="636" y="262"/>
                  </a:lnTo>
                  <a:lnTo>
                    <a:pt x="617" y="206"/>
                  </a:lnTo>
                  <a:lnTo>
                    <a:pt x="599" y="150"/>
                  </a:lnTo>
                  <a:lnTo>
                    <a:pt x="561" y="93"/>
                  </a:lnTo>
                  <a:lnTo>
                    <a:pt x="505" y="56"/>
                  </a:lnTo>
                  <a:lnTo>
                    <a:pt x="449" y="37"/>
                  </a:lnTo>
                  <a:lnTo>
                    <a:pt x="393" y="19"/>
                  </a:lnTo>
                  <a:lnTo>
                    <a:pt x="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3"/>
        <p:cNvGrpSpPr/>
        <p:nvPr/>
      </p:nvGrpSpPr>
      <p:grpSpPr>
        <a:xfrm>
          <a:off x="0" y="0"/>
          <a:ext cx="0" cy="0"/>
          <a:chOff x="0" y="0"/>
          <a:chExt cx="0" cy="0"/>
        </a:xfrm>
      </p:grpSpPr>
      <p:sp>
        <p:nvSpPr>
          <p:cNvPr id="154" name="Google Shape;154;p4"/>
          <p:cNvSpPr txBox="1">
            <a:spLocks noGrp="1"/>
          </p:cNvSpPr>
          <p:nvPr>
            <p:ph type="title"/>
          </p:nvPr>
        </p:nvSpPr>
        <p:spPr>
          <a:xfrm>
            <a:off x="715100" y="448056"/>
            <a:ext cx="4046700" cy="576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5" name="Google Shape;155;p4"/>
          <p:cNvSpPr txBox="1">
            <a:spLocks noGrp="1"/>
          </p:cNvSpPr>
          <p:nvPr>
            <p:ph type="body" idx="1"/>
          </p:nvPr>
        </p:nvSpPr>
        <p:spPr>
          <a:xfrm>
            <a:off x="715100" y="1375650"/>
            <a:ext cx="4046700" cy="2796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100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156" name="Google Shape;156;p4"/>
          <p:cNvSpPr/>
          <p:nvPr/>
        </p:nvSpPr>
        <p:spPr>
          <a:xfrm>
            <a:off x="0" y="4826400"/>
            <a:ext cx="9144000" cy="317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57" name="Google Shape;157;p4"/>
          <p:cNvGrpSpPr/>
          <p:nvPr/>
        </p:nvGrpSpPr>
        <p:grpSpPr>
          <a:xfrm rot="-5400000">
            <a:off x="-72852" y="415234"/>
            <a:ext cx="886061" cy="173737"/>
            <a:chOff x="5589725" y="3057300"/>
            <a:chExt cx="352900" cy="68250"/>
          </a:xfrm>
        </p:grpSpPr>
        <p:sp>
          <p:nvSpPr>
            <p:cNvPr id="158" name="Google Shape;158;p4"/>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4"/>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4"/>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 name="Google Shape;170;p4"/>
          <p:cNvGrpSpPr/>
          <p:nvPr/>
        </p:nvGrpSpPr>
        <p:grpSpPr>
          <a:xfrm>
            <a:off x="-214" y="4362417"/>
            <a:ext cx="466335" cy="466335"/>
            <a:chOff x="5807050" y="884950"/>
            <a:chExt cx="343550" cy="343550"/>
          </a:xfrm>
        </p:grpSpPr>
        <p:sp>
          <p:nvSpPr>
            <p:cNvPr id="171" name="Google Shape;171;p4"/>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4"/>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4"/>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4"/>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4"/>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 name="Google Shape;180;p4"/>
          <p:cNvGrpSpPr/>
          <p:nvPr/>
        </p:nvGrpSpPr>
        <p:grpSpPr>
          <a:xfrm>
            <a:off x="8684961" y="-33"/>
            <a:ext cx="466335" cy="466335"/>
            <a:chOff x="5807050" y="884950"/>
            <a:chExt cx="343550" cy="343550"/>
          </a:xfrm>
        </p:grpSpPr>
        <p:sp>
          <p:nvSpPr>
            <p:cNvPr id="181" name="Google Shape;181;p4"/>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4"/>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4"/>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4"/>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4"/>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4"/>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4"/>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4"/>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4"/>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0"/>
        <p:cNvGrpSpPr/>
        <p:nvPr/>
      </p:nvGrpSpPr>
      <p:grpSpPr>
        <a:xfrm>
          <a:off x="0" y="0"/>
          <a:ext cx="0" cy="0"/>
          <a:chOff x="0" y="0"/>
          <a:chExt cx="0" cy="0"/>
        </a:xfrm>
      </p:grpSpPr>
      <p:sp>
        <p:nvSpPr>
          <p:cNvPr id="191" name="Google Shape;191;p5"/>
          <p:cNvSpPr txBox="1">
            <a:spLocks noGrp="1"/>
          </p:cNvSpPr>
          <p:nvPr>
            <p:ph type="subTitle" idx="1"/>
          </p:nvPr>
        </p:nvSpPr>
        <p:spPr>
          <a:xfrm>
            <a:off x="1428900" y="1940800"/>
            <a:ext cx="2352000" cy="3567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1pPr>
            <a:lvl2pPr lvl="1"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9pPr>
          </a:lstStyle>
          <a:p>
            <a:endParaRPr/>
          </a:p>
        </p:txBody>
      </p:sp>
      <p:sp>
        <p:nvSpPr>
          <p:cNvPr id="192" name="Google Shape;192;p5"/>
          <p:cNvSpPr txBox="1">
            <a:spLocks noGrp="1"/>
          </p:cNvSpPr>
          <p:nvPr>
            <p:ph type="subTitle" idx="2"/>
          </p:nvPr>
        </p:nvSpPr>
        <p:spPr>
          <a:xfrm>
            <a:off x="1428900" y="3114425"/>
            <a:ext cx="2352000" cy="356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1800"/>
              <a:buFont typeface="Raleway"/>
              <a:buNone/>
              <a:defRPr sz="1800" b="1">
                <a:solidFill>
                  <a:schemeClr val="dk1"/>
                </a:solidFill>
                <a:latin typeface="Raleway"/>
                <a:ea typeface="Raleway"/>
                <a:cs typeface="Raleway"/>
                <a:sym typeface="Raleway"/>
              </a:defRPr>
            </a:lvl9pPr>
          </a:lstStyle>
          <a:p>
            <a:endParaRPr/>
          </a:p>
        </p:txBody>
      </p:sp>
      <p:sp>
        <p:nvSpPr>
          <p:cNvPr id="193" name="Google Shape;193;p5"/>
          <p:cNvSpPr txBox="1">
            <a:spLocks noGrp="1"/>
          </p:cNvSpPr>
          <p:nvPr>
            <p:ph type="subTitle" idx="3"/>
          </p:nvPr>
        </p:nvSpPr>
        <p:spPr>
          <a:xfrm>
            <a:off x="1428900" y="2297500"/>
            <a:ext cx="23520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4" name="Google Shape;194;p5"/>
          <p:cNvSpPr txBox="1">
            <a:spLocks noGrp="1"/>
          </p:cNvSpPr>
          <p:nvPr>
            <p:ph type="subTitle" idx="4"/>
          </p:nvPr>
        </p:nvSpPr>
        <p:spPr>
          <a:xfrm>
            <a:off x="1428900" y="3471125"/>
            <a:ext cx="2352000" cy="4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5" name="Google Shape;195;p5"/>
          <p:cNvSpPr txBox="1">
            <a:spLocks noGrp="1"/>
          </p:cNvSpPr>
          <p:nvPr>
            <p:ph type="title"/>
          </p:nvPr>
        </p:nvSpPr>
        <p:spPr>
          <a:xfrm>
            <a:off x="720000" y="445025"/>
            <a:ext cx="77040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6" name="Google Shape;196;p5"/>
          <p:cNvSpPr/>
          <p:nvPr/>
        </p:nvSpPr>
        <p:spPr>
          <a:xfrm>
            <a:off x="0" y="4826400"/>
            <a:ext cx="9144000" cy="317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97" name="Google Shape;197;p5"/>
          <p:cNvGrpSpPr/>
          <p:nvPr/>
        </p:nvGrpSpPr>
        <p:grpSpPr>
          <a:xfrm>
            <a:off x="8682233" y="-11"/>
            <a:ext cx="461937" cy="461937"/>
            <a:chOff x="5807050" y="884950"/>
            <a:chExt cx="343550" cy="343550"/>
          </a:xfrm>
        </p:grpSpPr>
        <p:sp>
          <p:nvSpPr>
            <p:cNvPr id="198" name="Google Shape;198;p5"/>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 name="Google Shape;207;p5"/>
          <p:cNvGrpSpPr/>
          <p:nvPr/>
        </p:nvGrpSpPr>
        <p:grpSpPr>
          <a:xfrm>
            <a:off x="8" y="-11"/>
            <a:ext cx="461937" cy="461937"/>
            <a:chOff x="5807050" y="884950"/>
            <a:chExt cx="343550" cy="343550"/>
          </a:xfrm>
        </p:grpSpPr>
        <p:sp>
          <p:nvSpPr>
            <p:cNvPr id="208" name="Google Shape;208;p5"/>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5"/>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5"/>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 name="Google Shape;217;p5"/>
          <p:cNvGrpSpPr/>
          <p:nvPr/>
        </p:nvGrpSpPr>
        <p:grpSpPr>
          <a:xfrm rot="-5400000">
            <a:off x="-303096" y="4055884"/>
            <a:ext cx="1072603" cy="466362"/>
            <a:chOff x="3468800" y="239525"/>
            <a:chExt cx="843175" cy="365975"/>
          </a:xfrm>
        </p:grpSpPr>
        <p:sp>
          <p:nvSpPr>
            <p:cNvPr id="218" name="Google Shape;218;p5"/>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5"/>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5"/>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5"/>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5"/>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5"/>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 name="Google Shape;236;p5"/>
          <p:cNvGrpSpPr/>
          <p:nvPr/>
        </p:nvGrpSpPr>
        <p:grpSpPr>
          <a:xfrm rot="-5400000">
            <a:off x="-176587" y="1061646"/>
            <a:ext cx="886061" cy="173737"/>
            <a:chOff x="5589725" y="3057300"/>
            <a:chExt cx="352900" cy="68250"/>
          </a:xfrm>
        </p:grpSpPr>
        <p:sp>
          <p:nvSpPr>
            <p:cNvPr id="237" name="Google Shape;237;p5"/>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5"/>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5"/>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5"/>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5"/>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5"/>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5"/>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5"/>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5"/>
          <p:cNvGrpSpPr/>
          <p:nvPr/>
        </p:nvGrpSpPr>
        <p:grpSpPr>
          <a:xfrm rot="-5400000">
            <a:off x="8325619" y="4151733"/>
            <a:ext cx="921351" cy="178180"/>
            <a:chOff x="5589725" y="3057300"/>
            <a:chExt cx="352900" cy="68250"/>
          </a:xfrm>
        </p:grpSpPr>
        <p:sp>
          <p:nvSpPr>
            <p:cNvPr id="250" name="Google Shape;250;p5"/>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5"/>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5"/>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5"/>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5"/>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5"/>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5"/>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5"/>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5"/>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5"/>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5"/>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2"/>
        <p:cNvGrpSpPr/>
        <p:nvPr/>
      </p:nvGrpSpPr>
      <p:grpSpPr>
        <a:xfrm>
          <a:off x="0" y="0"/>
          <a:ext cx="0" cy="0"/>
          <a:chOff x="0" y="0"/>
          <a:chExt cx="0" cy="0"/>
        </a:xfrm>
      </p:grpSpPr>
      <p:sp>
        <p:nvSpPr>
          <p:cNvPr id="263" name="Google Shape;263;p6"/>
          <p:cNvSpPr txBox="1">
            <a:spLocks noGrp="1"/>
          </p:cNvSpPr>
          <p:nvPr>
            <p:ph type="title"/>
          </p:nvPr>
        </p:nvSpPr>
        <p:spPr>
          <a:xfrm>
            <a:off x="720000" y="445025"/>
            <a:ext cx="77040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4" name="Google Shape;264;p6"/>
          <p:cNvSpPr/>
          <p:nvPr/>
        </p:nvSpPr>
        <p:spPr>
          <a:xfrm>
            <a:off x="0" y="4826400"/>
            <a:ext cx="9144000" cy="317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265" name="Google Shape;265;p6"/>
          <p:cNvGrpSpPr/>
          <p:nvPr/>
        </p:nvGrpSpPr>
        <p:grpSpPr>
          <a:xfrm>
            <a:off x="8682233" y="-11"/>
            <a:ext cx="461937" cy="461937"/>
            <a:chOff x="5807050" y="884950"/>
            <a:chExt cx="343550" cy="343550"/>
          </a:xfrm>
        </p:grpSpPr>
        <p:sp>
          <p:nvSpPr>
            <p:cNvPr id="266" name="Google Shape;266;p6"/>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6"/>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6"/>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 name="Google Shape;275;p6"/>
          <p:cNvGrpSpPr/>
          <p:nvPr/>
        </p:nvGrpSpPr>
        <p:grpSpPr>
          <a:xfrm>
            <a:off x="8" y="-11"/>
            <a:ext cx="461937" cy="461937"/>
            <a:chOff x="5807050" y="884950"/>
            <a:chExt cx="343550" cy="343550"/>
          </a:xfrm>
        </p:grpSpPr>
        <p:sp>
          <p:nvSpPr>
            <p:cNvPr id="276" name="Google Shape;276;p6"/>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rot="-5400000">
            <a:off x="-303096" y="4055884"/>
            <a:ext cx="1072603" cy="466362"/>
            <a:chOff x="3468800" y="239525"/>
            <a:chExt cx="843175" cy="365975"/>
          </a:xfrm>
        </p:grpSpPr>
        <p:sp>
          <p:nvSpPr>
            <p:cNvPr id="286" name="Google Shape;286;p6"/>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6"/>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6"/>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6"/>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6"/>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6"/>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6"/>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6"/>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6"/>
          <p:cNvGrpSpPr/>
          <p:nvPr/>
        </p:nvGrpSpPr>
        <p:grpSpPr>
          <a:xfrm rot="-5400000">
            <a:off x="-176587" y="1061646"/>
            <a:ext cx="886061" cy="173737"/>
            <a:chOff x="5589725" y="3057300"/>
            <a:chExt cx="352900" cy="68250"/>
          </a:xfrm>
        </p:grpSpPr>
        <p:sp>
          <p:nvSpPr>
            <p:cNvPr id="305" name="Google Shape;305;p6"/>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6"/>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6"/>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6"/>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6"/>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6"/>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6"/>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6"/>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6"/>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6"/>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 name="Google Shape;317;p6"/>
          <p:cNvGrpSpPr/>
          <p:nvPr/>
        </p:nvGrpSpPr>
        <p:grpSpPr>
          <a:xfrm rot="-5400000">
            <a:off x="8325619" y="4151733"/>
            <a:ext cx="921351" cy="178180"/>
            <a:chOff x="5589725" y="3057300"/>
            <a:chExt cx="352900" cy="68250"/>
          </a:xfrm>
        </p:grpSpPr>
        <p:sp>
          <p:nvSpPr>
            <p:cNvPr id="318" name="Google Shape;318;p6"/>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6"/>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6"/>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6"/>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6"/>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6"/>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6"/>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6"/>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6"/>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6"/>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6"/>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0"/>
        <p:cNvGrpSpPr/>
        <p:nvPr/>
      </p:nvGrpSpPr>
      <p:grpSpPr>
        <a:xfrm>
          <a:off x="0" y="0"/>
          <a:ext cx="0" cy="0"/>
          <a:chOff x="0" y="0"/>
          <a:chExt cx="0" cy="0"/>
        </a:xfrm>
      </p:grpSpPr>
      <p:sp>
        <p:nvSpPr>
          <p:cNvPr id="331" name="Google Shape;331;p7"/>
          <p:cNvSpPr txBox="1">
            <a:spLocks noGrp="1"/>
          </p:cNvSpPr>
          <p:nvPr>
            <p:ph type="title"/>
          </p:nvPr>
        </p:nvSpPr>
        <p:spPr>
          <a:xfrm>
            <a:off x="720000" y="445025"/>
            <a:ext cx="77040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32" name="Google Shape;332;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333" name="Google Shape;333;p7"/>
          <p:cNvSpPr/>
          <p:nvPr/>
        </p:nvSpPr>
        <p:spPr>
          <a:xfrm>
            <a:off x="0" y="4826400"/>
            <a:ext cx="9144000" cy="317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334" name="Google Shape;334;p7"/>
          <p:cNvGrpSpPr/>
          <p:nvPr/>
        </p:nvGrpSpPr>
        <p:grpSpPr>
          <a:xfrm>
            <a:off x="-614971" y="4360034"/>
            <a:ext cx="1072603" cy="466362"/>
            <a:chOff x="3468800" y="239525"/>
            <a:chExt cx="843175" cy="365975"/>
          </a:xfrm>
        </p:grpSpPr>
        <p:sp>
          <p:nvSpPr>
            <p:cNvPr id="335" name="Google Shape;335;p7"/>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7"/>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7"/>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7"/>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7"/>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7"/>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7"/>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7"/>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5400000">
            <a:off x="-209825" y="508571"/>
            <a:ext cx="886061" cy="173737"/>
            <a:chOff x="5589725" y="3057300"/>
            <a:chExt cx="352900" cy="68250"/>
          </a:xfrm>
        </p:grpSpPr>
        <p:sp>
          <p:nvSpPr>
            <p:cNvPr id="354" name="Google Shape;354;p7"/>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7"/>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7"/>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7"/>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7"/>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7"/>
          <p:cNvGrpSpPr/>
          <p:nvPr/>
        </p:nvGrpSpPr>
        <p:grpSpPr>
          <a:xfrm rot="-5400000">
            <a:off x="8343263" y="487821"/>
            <a:ext cx="886061" cy="173737"/>
            <a:chOff x="5589725" y="3057300"/>
            <a:chExt cx="352900" cy="68250"/>
          </a:xfrm>
        </p:grpSpPr>
        <p:sp>
          <p:nvSpPr>
            <p:cNvPr id="367" name="Google Shape;367;p7"/>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7"/>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7"/>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7"/>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7"/>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7"/>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7"/>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7"/>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7"/>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7"/>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7"/>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7"/>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379;p7"/>
          <p:cNvGrpSpPr/>
          <p:nvPr/>
        </p:nvGrpSpPr>
        <p:grpSpPr>
          <a:xfrm>
            <a:off x="8749879" y="4360034"/>
            <a:ext cx="1072603" cy="466362"/>
            <a:chOff x="3468800" y="239525"/>
            <a:chExt cx="843175" cy="365975"/>
          </a:xfrm>
        </p:grpSpPr>
        <p:sp>
          <p:nvSpPr>
            <p:cNvPr id="380" name="Google Shape;380;p7"/>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7"/>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7"/>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7"/>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7"/>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7"/>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7"/>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7"/>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7"/>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7"/>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7"/>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7"/>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7"/>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7"/>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7"/>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7"/>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7"/>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7"/>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8"/>
        <p:cNvGrpSpPr/>
        <p:nvPr/>
      </p:nvGrpSpPr>
      <p:grpSpPr>
        <a:xfrm>
          <a:off x="0" y="0"/>
          <a:ext cx="0" cy="0"/>
          <a:chOff x="0" y="0"/>
          <a:chExt cx="0" cy="0"/>
        </a:xfrm>
      </p:grpSpPr>
      <p:sp>
        <p:nvSpPr>
          <p:cNvPr id="399" name="Google Shape;399;p8"/>
          <p:cNvSpPr/>
          <p:nvPr/>
        </p:nvSpPr>
        <p:spPr>
          <a:xfrm>
            <a:off x="0" y="4285475"/>
            <a:ext cx="9144000" cy="8580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400" name="Google Shape;400;p8"/>
          <p:cNvGrpSpPr/>
          <p:nvPr/>
        </p:nvGrpSpPr>
        <p:grpSpPr>
          <a:xfrm>
            <a:off x="7755903" y="3679970"/>
            <a:ext cx="1395033" cy="605506"/>
            <a:chOff x="3468800" y="239525"/>
            <a:chExt cx="843175" cy="365975"/>
          </a:xfrm>
        </p:grpSpPr>
        <p:sp>
          <p:nvSpPr>
            <p:cNvPr id="401" name="Google Shape;401;p8"/>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8"/>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8"/>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8"/>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8"/>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8"/>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8"/>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8"/>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rot="-5400000">
            <a:off x="8329553" y="582791"/>
            <a:ext cx="1067170" cy="206374"/>
            <a:chOff x="5589725" y="3057300"/>
            <a:chExt cx="352900" cy="68250"/>
          </a:xfrm>
        </p:grpSpPr>
        <p:sp>
          <p:nvSpPr>
            <p:cNvPr id="420" name="Google Shape;420;p8"/>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8"/>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8"/>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8"/>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 name="Google Shape;432;p8"/>
          <p:cNvGrpSpPr/>
          <p:nvPr/>
        </p:nvGrpSpPr>
        <p:grpSpPr>
          <a:xfrm>
            <a:off x="4038415" y="4611291"/>
            <a:ext cx="1067170" cy="206374"/>
            <a:chOff x="5589725" y="3057300"/>
            <a:chExt cx="352900" cy="68250"/>
          </a:xfrm>
        </p:grpSpPr>
        <p:sp>
          <p:nvSpPr>
            <p:cNvPr id="433" name="Google Shape;433;p8"/>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4" name="Google Shape;434;p8"/>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5" name="Google Shape;435;p8"/>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6" name="Google Shape;436;p8"/>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7" name="Google Shape;437;p8"/>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8" name="Google Shape;438;p8"/>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9" name="Google Shape;439;p8"/>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40" name="Google Shape;440;p8"/>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41" name="Google Shape;441;p8"/>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42" name="Google Shape;442;p8"/>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43" name="Google Shape;443;p8"/>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44" name="Google Shape;444;p8"/>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445" name="Google Shape;445;p8"/>
          <p:cNvGrpSpPr/>
          <p:nvPr/>
        </p:nvGrpSpPr>
        <p:grpSpPr>
          <a:xfrm rot="-5400000">
            <a:off x="-394772" y="394770"/>
            <a:ext cx="1395033" cy="605506"/>
            <a:chOff x="3468800" y="239525"/>
            <a:chExt cx="843175" cy="365975"/>
          </a:xfrm>
        </p:grpSpPr>
        <p:sp>
          <p:nvSpPr>
            <p:cNvPr id="446" name="Google Shape;446;p8"/>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8"/>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8"/>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8"/>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8"/>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8"/>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8"/>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8"/>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8"/>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8"/>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8"/>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8"/>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8"/>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8"/>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8"/>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8"/>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8"/>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8"/>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 name="Google Shape;464;p8"/>
          <p:cNvGrpSpPr/>
          <p:nvPr/>
        </p:nvGrpSpPr>
        <p:grpSpPr>
          <a:xfrm>
            <a:off x="4" y="3750476"/>
            <a:ext cx="535010" cy="535010"/>
            <a:chOff x="5807050" y="884950"/>
            <a:chExt cx="343550" cy="343550"/>
          </a:xfrm>
        </p:grpSpPr>
        <p:sp>
          <p:nvSpPr>
            <p:cNvPr id="465" name="Google Shape;465;p8"/>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8"/>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8"/>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8"/>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8"/>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8"/>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8"/>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8"/>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8"/>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4" name="Google Shape;474;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3"/>
        <p:cNvGrpSpPr/>
        <p:nvPr/>
      </p:nvGrpSpPr>
      <p:grpSpPr>
        <a:xfrm>
          <a:off x="0" y="0"/>
          <a:ext cx="0" cy="0"/>
          <a:chOff x="0" y="0"/>
          <a:chExt cx="0" cy="0"/>
        </a:xfrm>
      </p:grpSpPr>
      <p:sp>
        <p:nvSpPr>
          <p:cNvPr id="554" name="Google Shape;554;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55" name="Google Shape;555;p10"/>
          <p:cNvSpPr/>
          <p:nvPr/>
        </p:nvSpPr>
        <p:spPr>
          <a:xfrm flipH="1">
            <a:off x="0" y="4285475"/>
            <a:ext cx="9144000" cy="8580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556" name="Google Shape;556;p10"/>
          <p:cNvGrpSpPr/>
          <p:nvPr/>
        </p:nvGrpSpPr>
        <p:grpSpPr>
          <a:xfrm flipH="1">
            <a:off x="7748964" y="-5"/>
            <a:ext cx="1395033" cy="605506"/>
            <a:chOff x="3468800" y="239525"/>
            <a:chExt cx="843175" cy="365975"/>
          </a:xfrm>
        </p:grpSpPr>
        <p:sp>
          <p:nvSpPr>
            <p:cNvPr id="557" name="Google Shape;557;p10"/>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0"/>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0"/>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0"/>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0"/>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0"/>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0"/>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0"/>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0"/>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0"/>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0"/>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0"/>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0"/>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0"/>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0"/>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0"/>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0"/>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0"/>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 name="Google Shape;575;p10"/>
          <p:cNvGrpSpPr/>
          <p:nvPr/>
        </p:nvGrpSpPr>
        <p:grpSpPr>
          <a:xfrm rot="5400000" flipH="1">
            <a:off x="8260778" y="3568991"/>
            <a:ext cx="1067170" cy="206374"/>
            <a:chOff x="5589725" y="3057300"/>
            <a:chExt cx="352900" cy="68250"/>
          </a:xfrm>
        </p:grpSpPr>
        <p:sp>
          <p:nvSpPr>
            <p:cNvPr id="576" name="Google Shape;576;p10"/>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0"/>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0"/>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0"/>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0"/>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0"/>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0"/>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0"/>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0"/>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0"/>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0"/>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0"/>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 name="Google Shape;588;p10"/>
          <p:cNvGrpSpPr/>
          <p:nvPr/>
        </p:nvGrpSpPr>
        <p:grpSpPr>
          <a:xfrm flipH="1">
            <a:off x="715103" y="164304"/>
            <a:ext cx="1067170" cy="206374"/>
            <a:chOff x="5589725" y="3057300"/>
            <a:chExt cx="352900" cy="68250"/>
          </a:xfrm>
        </p:grpSpPr>
        <p:sp>
          <p:nvSpPr>
            <p:cNvPr id="589" name="Google Shape;589;p10"/>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0"/>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0"/>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0"/>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0"/>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0"/>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0"/>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0"/>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0"/>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0"/>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0"/>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0"/>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1" name="Google Shape;601;p10"/>
          <p:cNvGrpSpPr/>
          <p:nvPr/>
        </p:nvGrpSpPr>
        <p:grpSpPr>
          <a:xfrm rot="5400000" flipH="1">
            <a:off x="-394761" y="3285195"/>
            <a:ext cx="1395033" cy="605506"/>
            <a:chOff x="3468800" y="239525"/>
            <a:chExt cx="843175" cy="365975"/>
          </a:xfrm>
        </p:grpSpPr>
        <p:sp>
          <p:nvSpPr>
            <p:cNvPr id="602" name="Google Shape;602;p10"/>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0"/>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0"/>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0"/>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0"/>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0"/>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0"/>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0"/>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0"/>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0"/>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0"/>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0"/>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0"/>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0"/>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0"/>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0"/>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0"/>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0"/>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 name="Google Shape;620;p10"/>
          <p:cNvGrpSpPr/>
          <p:nvPr/>
        </p:nvGrpSpPr>
        <p:grpSpPr>
          <a:xfrm flipH="1">
            <a:off x="11" y="1"/>
            <a:ext cx="535010" cy="535010"/>
            <a:chOff x="5807050" y="884950"/>
            <a:chExt cx="343550" cy="343550"/>
          </a:xfrm>
        </p:grpSpPr>
        <p:sp>
          <p:nvSpPr>
            <p:cNvPr id="621" name="Google Shape;621;p10"/>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0"/>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0"/>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0"/>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0"/>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0"/>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0"/>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0"/>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0"/>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0"/>
        <p:cNvGrpSpPr/>
        <p:nvPr/>
      </p:nvGrpSpPr>
      <p:grpSpPr>
        <a:xfrm>
          <a:off x="0" y="0"/>
          <a:ext cx="0" cy="0"/>
          <a:chOff x="0" y="0"/>
          <a:chExt cx="0" cy="0"/>
        </a:xfrm>
      </p:grpSpPr>
      <p:sp>
        <p:nvSpPr>
          <p:cNvPr id="631" name="Google Shape;631;p11"/>
          <p:cNvSpPr/>
          <p:nvPr/>
        </p:nvSpPr>
        <p:spPr>
          <a:xfrm>
            <a:off x="0" y="4285475"/>
            <a:ext cx="9144000" cy="8580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632" name="Google Shape;632;p11"/>
          <p:cNvGrpSpPr/>
          <p:nvPr/>
        </p:nvGrpSpPr>
        <p:grpSpPr>
          <a:xfrm>
            <a:off x="3" y="-5"/>
            <a:ext cx="1395033" cy="605506"/>
            <a:chOff x="3468800" y="239525"/>
            <a:chExt cx="843175" cy="365975"/>
          </a:xfrm>
        </p:grpSpPr>
        <p:sp>
          <p:nvSpPr>
            <p:cNvPr id="633" name="Google Shape;633;p11"/>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1"/>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1"/>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1"/>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1"/>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1"/>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1"/>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1"/>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1"/>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1"/>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1"/>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1"/>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1"/>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1"/>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1"/>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1"/>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1"/>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1"/>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11"/>
          <p:cNvGrpSpPr/>
          <p:nvPr/>
        </p:nvGrpSpPr>
        <p:grpSpPr>
          <a:xfrm rot="-5400000">
            <a:off x="-183947" y="3568991"/>
            <a:ext cx="1067170" cy="206374"/>
            <a:chOff x="5589725" y="3057300"/>
            <a:chExt cx="352900" cy="68250"/>
          </a:xfrm>
        </p:grpSpPr>
        <p:sp>
          <p:nvSpPr>
            <p:cNvPr id="652" name="Google Shape;652;p11"/>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1"/>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1"/>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1"/>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1"/>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1"/>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1"/>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1"/>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1"/>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1"/>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1"/>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1"/>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11"/>
          <p:cNvGrpSpPr/>
          <p:nvPr/>
        </p:nvGrpSpPr>
        <p:grpSpPr>
          <a:xfrm>
            <a:off x="7361728" y="164304"/>
            <a:ext cx="1067170" cy="206374"/>
            <a:chOff x="5589725" y="3057300"/>
            <a:chExt cx="352900" cy="68250"/>
          </a:xfrm>
        </p:grpSpPr>
        <p:sp>
          <p:nvSpPr>
            <p:cNvPr id="665" name="Google Shape;665;p11"/>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1"/>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1"/>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1"/>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1"/>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1"/>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1"/>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1"/>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1"/>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1"/>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1"/>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1"/>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 name="Google Shape;677;p11"/>
          <p:cNvGrpSpPr/>
          <p:nvPr/>
        </p:nvGrpSpPr>
        <p:grpSpPr>
          <a:xfrm rot="-5400000">
            <a:off x="8143728" y="3285195"/>
            <a:ext cx="1395033" cy="605506"/>
            <a:chOff x="3468800" y="239525"/>
            <a:chExt cx="843175" cy="365975"/>
          </a:xfrm>
        </p:grpSpPr>
        <p:sp>
          <p:nvSpPr>
            <p:cNvPr id="678" name="Google Shape;678;p11"/>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1"/>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1"/>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1"/>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1"/>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1"/>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1"/>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1"/>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1"/>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1"/>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1"/>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1"/>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1"/>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1"/>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1"/>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1"/>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1"/>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1"/>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11"/>
          <p:cNvGrpSpPr/>
          <p:nvPr/>
        </p:nvGrpSpPr>
        <p:grpSpPr>
          <a:xfrm>
            <a:off x="8608979" y="1"/>
            <a:ext cx="535010" cy="535010"/>
            <a:chOff x="5807050" y="884950"/>
            <a:chExt cx="343550" cy="343550"/>
          </a:xfrm>
        </p:grpSpPr>
        <p:sp>
          <p:nvSpPr>
            <p:cNvPr id="697" name="Google Shape;697;p11"/>
            <p:cNvSpPr/>
            <p:nvPr/>
          </p:nvSpPr>
          <p:spPr>
            <a:xfrm>
              <a:off x="5807050" y="884950"/>
              <a:ext cx="29925" cy="29950"/>
            </a:xfrm>
            <a:custGeom>
              <a:avLst/>
              <a:gdLst/>
              <a:ahLst/>
              <a:cxnLst/>
              <a:rect l="l" t="t" r="r" b="b"/>
              <a:pathLst>
                <a:path w="1197" h="1198" fill="none" extrusionOk="0">
                  <a:moveTo>
                    <a:pt x="1" y="1197"/>
                  </a:moveTo>
                  <a:lnTo>
                    <a:pt x="1197"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1"/>
            <p:cNvSpPr/>
            <p:nvPr/>
          </p:nvSpPr>
          <p:spPr>
            <a:xfrm>
              <a:off x="5807050" y="884950"/>
              <a:ext cx="108925" cy="108925"/>
            </a:xfrm>
            <a:custGeom>
              <a:avLst/>
              <a:gdLst/>
              <a:ahLst/>
              <a:cxnLst/>
              <a:rect l="l" t="t" r="r" b="b"/>
              <a:pathLst>
                <a:path w="4357" h="4357" fill="none" extrusionOk="0">
                  <a:moveTo>
                    <a:pt x="4356" y="1"/>
                  </a:moveTo>
                  <a:lnTo>
                    <a:pt x="1" y="435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1"/>
            <p:cNvSpPr/>
            <p:nvPr/>
          </p:nvSpPr>
          <p:spPr>
            <a:xfrm>
              <a:off x="5807050" y="884950"/>
              <a:ext cx="187900" cy="187900"/>
            </a:xfrm>
            <a:custGeom>
              <a:avLst/>
              <a:gdLst/>
              <a:ahLst/>
              <a:cxnLst/>
              <a:rect l="l" t="t" r="r" b="b"/>
              <a:pathLst>
                <a:path w="7516" h="7516" fill="none" extrusionOk="0">
                  <a:moveTo>
                    <a:pt x="7516" y="1"/>
                  </a:moveTo>
                  <a:lnTo>
                    <a:pt x="1" y="751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1"/>
            <p:cNvSpPr/>
            <p:nvPr/>
          </p:nvSpPr>
          <p:spPr>
            <a:xfrm>
              <a:off x="5807050" y="884950"/>
              <a:ext cx="266900" cy="266900"/>
            </a:xfrm>
            <a:custGeom>
              <a:avLst/>
              <a:gdLst/>
              <a:ahLst/>
              <a:cxnLst/>
              <a:rect l="l" t="t" r="r" b="b"/>
              <a:pathLst>
                <a:path w="10676" h="10676" fill="none" extrusionOk="0">
                  <a:moveTo>
                    <a:pt x="10675" y="1"/>
                  </a:moveTo>
                  <a:lnTo>
                    <a:pt x="1" y="1067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1"/>
            <p:cNvSpPr/>
            <p:nvPr/>
          </p:nvSpPr>
          <p:spPr>
            <a:xfrm>
              <a:off x="5809850" y="887750"/>
              <a:ext cx="340750" cy="340750"/>
            </a:xfrm>
            <a:custGeom>
              <a:avLst/>
              <a:gdLst/>
              <a:ahLst/>
              <a:cxnLst/>
              <a:rect l="l" t="t" r="r" b="b"/>
              <a:pathLst>
                <a:path w="13630" h="13630" fill="none" extrusionOk="0">
                  <a:moveTo>
                    <a:pt x="13629" y="1"/>
                  </a:moveTo>
                  <a:lnTo>
                    <a:pt x="1" y="1362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1"/>
            <p:cNvSpPr/>
            <p:nvPr/>
          </p:nvSpPr>
          <p:spPr>
            <a:xfrm>
              <a:off x="5888850" y="966750"/>
              <a:ext cx="261750" cy="261750"/>
            </a:xfrm>
            <a:custGeom>
              <a:avLst/>
              <a:gdLst/>
              <a:ahLst/>
              <a:cxnLst/>
              <a:rect l="l" t="t" r="r" b="b"/>
              <a:pathLst>
                <a:path w="10470" h="10470" fill="none" extrusionOk="0">
                  <a:moveTo>
                    <a:pt x="10469" y="0"/>
                  </a:moveTo>
                  <a:lnTo>
                    <a:pt x="0" y="10469"/>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1"/>
            <p:cNvSpPr/>
            <p:nvPr/>
          </p:nvSpPr>
          <p:spPr>
            <a:xfrm>
              <a:off x="5967825" y="1045725"/>
              <a:ext cx="182775" cy="182775"/>
            </a:xfrm>
            <a:custGeom>
              <a:avLst/>
              <a:gdLst/>
              <a:ahLst/>
              <a:cxnLst/>
              <a:rect l="l" t="t" r="r" b="b"/>
              <a:pathLst>
                <a:path w="7311" h="7311" fill="none" extrusionOk="0">
                  <a:moveTo>
                    <a:pt x="7310" y="1"/>
                  </a:moveTo>
                  <a:lnTo>
                    <a:pt x="1" y="731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1"/>
            <p:cNvSpPr/>
            <p:nvPr/>
          </p:nvSpPr>
          <p:spPr>
            <a:xfrm>
              <a:off x="6046800" y="1124725"/>
              <a:ext cx="103800" cy="103775"/>
            </a:xfrm>
            <a:custGeom>
              <a:avLst/>
              <a:gdLst/>
              <a:ahLst/>
              <a:cxnLst/>
              <a:rect l="l" t="t" r="r" b="b"/>
              <a:pathLst>
                <a:path w="4152" h="4151" fill="none" extrusionOk="0">
                  <a:moveTo>
                    <a:pt x="4151" y="0"/>
                  </a:moveTo>
                  <a:lnTo>
                    <a:pt x="1" y="415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1"/>
            <p:cNvSpPr/>
            <p:nvPr/>
          </p:nvSpPr>
          <p:spPr>
            <a:xfrm>
              <a:off x="6126275" y="1204175"/>
              <a:ext cx="24325" cy="24325"/>
            </a:xfrm>
            <a:custGeom>
              <a:avLst/>
              <a:gdLst/>
              <a:ahLst/>
              <a:cxnLst/>
              <a:rect l="l" t="t" r="r" b="b"/>
              <a:pathLst>
                <a:path w="973" h="973" fill="none" extrusionOk="0">
                  <a:moveTo>
                    <a:pt x="972" y="0"/>
                  </a:moveTo>
                  <a:lnTo>
                    <a:pt x="0" y="9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6" name="Google Shape;706;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07" name="Google Shape;707;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329"/>
        <p:cNvGrpSpPr/>
        <p:nvPr/>
      </p:nvGrpSpPr>
      <p:grpSpPr>
        <a:xfrm>
          <a:off x="0" y="0"/>
          <a:ext cx="0" cy="0"/>
          <a:chOff x="0" y="0"/>
          <a:chExt cx="0" cy="0"/>
        </a:xfrm>
      </p:grpSpPr>
      <p:grpSp>
        <p:nvGrpSpPr>
          <p:cNvPr id="1330" name="Google Shape;1330;p23"/>
          <p:cNvGrpSpPr/>
          <p:nvPr/>
        </p:nvGrpSpPr>
        <p:grpSpPr>
          <a:xfrm rot="-5400000">
            <a:off x="-394772" y="394770"/>
            <a:ext cx="1395033" cy="605506"/>
            <a:chOff x="3468800" y="239525"/>
            <a:chExt cx="843175" cy="365975"/>
          </a:xfrm>
        </p:grpSpPr>
        <p:sp>
          <p:nvSpPr>
            <p:cNvPr id="1331" name="Google Shape;1331;p23"/>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3"/>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3"/>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3"/>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3"/>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3"/>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3"/>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3"/>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3"/>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3"/>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3"/>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3"/>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3"/>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3"/>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3"/>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3"/>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3"/>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3"/>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9" name="Google Shape;1349;p23"/>
          <p:cNvGrpSpPr/>
          <p:nvPr/>
        </p:nvGrpSpPr>
        <p:grpSpPr>
          <a:xfrm rot="-5400000">
            <a:off x="8143828" y="394770"/>
            <a:ext cx="1395033" cy="605506"/>
            <a:chOff x="3468800" y="239525"/>
            <a:chExt cx="843175" cy="365975"/>
          </a:xfrm>
        </p:grpSpPr>
        <p:sp>
          <p:nvSpPr>
            <p:cNvPr id="1350" name="Google Shape;1350;p23"/>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3"/>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3"/>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3"/>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3"/>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3"/>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3"/>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3"/>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3"/>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3"/>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3"/>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3"/>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3"/>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3"/>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3"/>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3"/>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3"/>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3"/>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23"/>
          <p:cNvGrpSpPr/>
          <p:nvPr/>
        </p:nvGrpSpPr>
        <p:grpSpPr>
          <a:xfrm>
            <a:off x="4038415" y="161441"/>
            <a:ext cx="1067170" cy="206374"/>
            <a:chOff x="5589725" y="3057300"/>
            <a:chExt cx="352900" cy="68250"/>
          </a:xfrm>
        </p:grpSpPr>
        <p:sp>
          <p:nvSpPr>
            <p:cNvPr id="1369" name="Google Shape;1369;p23"/>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3"/>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3"/>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3"/>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3"/>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3"/>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3"/>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3"/>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3"/>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3"/>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3"/>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3"/>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1" name="Google Shape;1381;p23"/>
          <p:cNvSpPr/>
          <p:nvPr/>
        </p:nvSpPr>
        <p:spPr>
          <a:xfrm>
            <a:off x="0" y="4285475"/>
            <a:ext cx="9144000" cy="8580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382"/>
        <p:cNvGrpSpPr/>
        <p:nvPr/>
      </p:nvGrpSpPr>
      <p:grpSpPr>
        <a:xfrm>
          <a:off x="0" y="0"/>
          <a:ext cx="0" cy="0"/>
          <a:chOff x="0" y="0"/>
          <a:chExt cx="0" cy="0"/>
        </a:xfrm>
      </p:grpSpPr>
      <p:sp>
        <p:nvSpPr>
          <p:cNvPr id="1383" name="Google Shape;1383;p24"/>
          <p:cNvSpPr/>
          <p:nvPr/>
        </p:nvSpPr>
        <p:spPr>
          <a:xfrm>
            <a:off x="0" y="4826400"/>
            <a:ext cx="9144000" cy="317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grpSp>
        <p:nvGrpSpPr>
          <p:cNvPr id="1384" name="Google Shape;1384;p24"/>
          <p:cNvGrpSpPr/>
          <p:nvPr/>
        </p:nvGrpSpPr>
        <p:grpSpPr>
          <a:xfrm>
            <a:off x="-380996" y="4375322"/>
            <a:ext cx="1072603" cy="466362"/>
            <a:chOff x="3468800" y="239525"/>
            <a:chExt cx="843175" cy="365975"/>
          </a:xfrm>
        </p:grpSpPr>
        <p:sp>
          <p:nvSpPr>
            <p:cNvPr id="1385" name="Google Shape;1385;p24"/>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4"/>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4"/>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4"/>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4"/>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4"/>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4"/>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4"/>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4"/>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4"/>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4"/>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4"/>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4"/>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4"/>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4"/>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4"/>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4"/>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4"/>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3" name="Google Shape;1403;p24"/>
          <p:cNvGrpSpPr/>
          <p:nvPr/>
        </p:nvGrpSpPr>
        <p:grpSpPr>
          <a:xfrm>
            <a:off x="8110474" y="165633"/>
            <a:ext cx="921351" cy="178180"/>
            <a:chOff x="5589725" y="3057300"/>
            <a:chExt cx="352900" cy="68250"/>
          </a:xfrm>
        </p:grpSpPr>
        <p:sp>
          <p:nvSpPr>
            <p:cNvPr id="1404" name="Google Shape;1404;p24"/>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4"/>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4"/>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4"/>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4"/>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4"/>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4"/>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4"/>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4"/>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4"/>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4"/>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4"/>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6" name="Google Shape;1416;p24"/>
          <p:cNvGrpSpPr/>
          <p:nvPr/>
        </p:nvGrpSpPr>
        <p:grpSpPr>
          <a:xfrm>
            <a:off x="8435545" y="4375322"/>
            <a:ext cx="1072603" cy="466362"/>
            <a:chOff x="3468800" y="239525"/>
            <a:chExt cx="843175" cy="365975"/>
          </a:xfrm>
        </p:grpSpPr>
        <p:sp>
          <p:nvSpPr>
            <p:cNvPr id="1417" name="Google Shape;1417;p24"/>
            <p:cNvSpPr/>
            <p:nvPr/>
          </p:nvSpPr>
          <p:spPr>
            <a:xfrm>
              <a:off x="3468800" y="576950"/>
              <a:ext cx="28550" cy="28550"/>
            </a:xfrm>
            <a:custGeom>
              <a:avLst/>
              <a:gdLst/>
              <a:ahLst/>
              <a:cxnLst/>
              <a:rect l="l" t="t" r="r" b="b"/>
              <a:pathLst>
                <a:path w="1142" h="1142" fill="none" extrusionOk="0">
                  <a:moveTo>
                    <a:pt x="1141" y="1141"/>
                  </a:moveTo>
                  <a:lnTo>
                    <a:pt x="1" y="1"/>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4"/>
            <p:cNvSpPr/>
            <p:nvPr/>
          </p:nvSpPr>
          <p:spPr>
            <a:xfrm>
              <a:off x="3468800" y="510125"/>
              <a:ext cx="95850" cy="95375"/>
            </a:xfrm>
            <a:custGeom>
              <a:avLst/>
              <a:gdLst/>
              <a:ahLst/>
              <a:cxnLst/>
              <a:rect l="l" t="t" r="r" b="b"/>
              <a:pathLst>
                <a:path w="3834" h="3815" fill="none" extrusionOk="0">
                  <a:moveTo>
                    <a:pt x="1" y="0"/>
                  </a:moveTo>
                  <a:lnTo>
                    <a:pt x="3833" y="381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4"/>
            <p:cNvSpPr/>
            <p:nvPr/>
          </p:nvSpPr>
          <p:spPr>
            <a:xfrm>
              <a:off x="3468800" y="442825"/>
              <a:ext cx="162675" cy="162675"/>
            </a:xfrm>
            <a:custGeom>
              <a:avLst/>
              <a:gdLst/>
              <a:ahLst/>
              <a:cxnLst/>
              <a:rect l="l" t="t" r="r" b="b"/>
              <a:pathLst>
                <a:path w="6507" h="6507" fill="none" extrusionOk="0">
                  <a:moveTo>
                    <a:pt x="1" y="0"/>
                  </a:moveTo>
                  <a:lnTo>
                    <a:pt x="6507" y="6506"/>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4"/>
            <p:cNvSpPr/>
            <p:nvPr/>
          </p:nvSpPr>
          <p:spPr>
            <a:xfrm>
              <a:off x="3468800" y="375975"/>
              <a:ext cx="229975" cy="229525"/>
            </a:xfrm>
            <a:custGeom>
              <a:avLst/>
              <a:gdLst/>
              <a:ahLst/>
              <a:cxnLst/>
              <a:rect l="l" t="t" r="r" b="b"/>
              <a:pathLst>
                <a:path w="9199" h="9181" fill="none" extrusionOk="0">
                  <a:moveTo>
                    <a:pt x="1" y="1"/>
                  </a:moveTo>
                  <a:lnTo>
                    <a:pt x="9199" y="918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4"/>
            <p:cNvSpPr/>
            <p:nvPr/>
          </p:nvSpPr>
          <p:spPr>
            <a:xfrm>
              <a:off x="3468800" y="308675"/>
              <a:ext cx="297275" cy="296825"/>
            </a:xfrm>
            <a:custGeom>
              <a:avLst/>
              <a:gdLst/>
              <a:ahLst/>
              <a:cxnLst/>
              <a:rect l="l" t="t" r="r" b="b"/>
              <a:pathLst>
                <a:path w="11891" h="11873" fill="none" extrusionOk="0">
                  <a:moveTo>
                    <a:pt x="1" y="1"/>
                  </a:moveTo>
                  <a:lnTo>
                    <a:pt x="11891" y="1187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4"/>
            <p:cNvSpPr/>
            <p:nvPr/>
          </p:nvSpPr>
          <p:spPr>
            <a:xfrm>
              <a:off x="3468800" y="241375"/>
              <a:ext cx="364125" cy="364125"/>
            </a:xfrm>
            <a:custGeom>
              <a:avLst/>
              <a:gdLst/>
              <a:ahLst/>
              <a:cxnLst/>
              <a:rect l="l" t="t" r="r" b="b"/>
              <a:pathLst>
                <a:path w="14565" h="14565" fill="none" extrusionOk="0">
                  <a:moveTo>
                    <a:pt x="1" y="1"/>
                  </a:moveTo>
                  <a:lnTo>
                    <a:pt x="14564" y="14564"/>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4"/>
            <p:cNvSpPr/>
            <p:nvPr/>
          </p:nvSpPr>
          <p:spPr>
            <a:xfrm>
              <a:off x="3534250" y="239525"/>
              <a:ext cx="365975" cy="365975"/>
            </a:xfrm>
            <a:custGeom>
              <a:avLst/>
              <a:gdLst/>
              <a:ahLst/>
              <a:cxnLst/>
              <a:rect l="l" t="t" r="r" b="b"/>
              <a:pathLst>
                <a:path w="14639" h="14639" fill="none" extrusionOk="0">
                  <a:moveTo>
                    <a:pt x="0"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4"/>
            <p:cNvSpPr/>
            <p:nvPr/>
          </p:nvSpPr>
          <p:spPr>
            <a:xfrm>
              <a:off x="3601075" y="239525"/>
              <a:ext cx="366450" cy="365975"/>
            </a:xfrm>
            <a:custGeom>
              <a:avLst/>
              <a:gdLst/>
              <a:ahLst/>
              <a:cxnLst/>
              <a:rect l="l" t="t" r="r" b="b"/>
              <a:pathLst>
                <a:path w="14658"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4"/>
            <p:cNvSpPr/>
            <p:nvPr/>
          </p:nvSpPr>
          <p:spPr>
            <a:xfrm>
              <a:off x="3668375" y="239525"/>
              <a:ext cx="365975" cy="365975"/>
            </a:xfrm>
            <a:custGeom>
              <a:avLst/>
              <a:gdLst/>
              <a:ahLst/>
              <a:cxnLst/>
              <a:rect l="l" t="t" r="r" b="b"/>
              <a:pathLst>
                <a:path w="14639" h="14639" fill="none" extrusionOk="0">
                  <a:moveTo>
                    <a:pt x="1" y="0"/>
                  </a:moveTo>
                  <a:lnTo>
                    <a:pt x="1463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4"/>
            <p:cNvSpPr/>
            <p:nvPr/>
          </p:nvSpPr>
          <p:spPr>
            <a:xfrm>
              <a:off x="3735200" y="239525"/>
              <a:ext cx="366450" cy="365975"/>
            </a:xfrm>
            <a:custGeom>
              <a:avLst/>
              <a:gdLst/>
              <a:ahLst/>
              <a:cxnLst/>
              <a:rect l="l" t="t" r="r" b="b"/>
              <a:pathLst>
                <a:path w="14658" h="14639" fill="none" extrusionOk="0">
                  <a:moveTo>
                    <a:pt x="1" y="0"/>
                  </a:moveTo>
                  <a:lnTo>
                    <a:pt x="14658"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4"/>
            <p:cNvSpPr/>
            <p:nvPr/>
          </p:nvSpPr>
          <p:spPr>
            <a:xfrm>
              <a:off x="38025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4"/>
            <p:cNvSpPr/>
            <p:nvPr/>
          </p:nvSpPr>
          <p:spPr>
            <a:xfrm>
              <a:off x="3869800" y="239525"/>
              <a:ext cx="365975" cy="365975"/>
            </a:xfrm>
            <a:custGeom>
              <a:avLst/>
              <a:gdLst/>
              <a:ahLst/>
              <a:cxnLst/>
              <a:rect l="l" t="t" r="r" b="b"/>
              <a:pathLst>
                <a:path w="14639" h="14639" fill="none" extrusionOk="0">
                  <a:moveTo>
                    <a:pt x="1" y="0"/>
                  </a:moveTo>
                  <a:lnTo>
                    <a:pt x="14639"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4"/>
            <p:cNvSpPr/>
            <p:nvPr/>
          </p:nvSpPr>
          <p:spPr>
            <a:xfrm>
              <a:off x="3936650" y="239525"/>
              <a:ext cx="366425" cy="365975"/>
            </a:xfrm>
            <a:custGeom>
              <a:avLst/>
              <a:gdLst/>
              <a:ahLst/>
              <a:cxnLst/>
              <a:rect l="l" t="t" r="r" b="b"/>
              <a:pathLst>
                <a:path w="14657" h="14639" fill="none" extrusionOk="0">
                  <a:moveTo>
                    <a:pt x="0" y="0"/>
                  </a:moveTo>
                  <a:lnTo>
                    <a:pt x="14657" y="1463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4"/>
            <p:cNvSpPr/>
            <p:nvPr/>
          </p:nvSpPr>
          <p:spPr>
            <a:xfrm>
              <a:off x="4003950" y="239525"/>
              <a:ext cx="308025" cy="308000"/>
            </a:xfrm>
            <a:custGeom>
              <a:avLst/>
              <a:gdLst/>
              <a:ahLst/>
              <a:cxnLst/>
              <a:rect l="l" t="t" r="r" b="b"/>
              <a:pathLst>
                <a:path w="12321" h="12320" fill="none" extrusionOk="0">
                  <a:moveTo>
                    <a:pt x="0" y="0"/>
                  </a:moveTo>
                  <a:lnTo>
                    <a:pt x="12320" y="1232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4"/>
            <p:cNvSpPr/>
            <p:nvPr/>
          </p:nvSpPr>
          <p:spPr>
            <a:xfrm>
              <a:off x="4070775" y="239525"/>
              <a:ext cx="241200" cy="240700"/>
            </a:xfrm>
            <a:custGeom>
              <a:avLst/>
              <a:gdLst/>
              <a:ahLst/>
              <a:cxnLst/>
              <a:rect l="l" t="t" r="r" b="b"/>
              <a:pathLst>
                <a:path w="9648" h="9628" fill="none" extrusionOk="0">
                  <a:moveTo>
                    <a:pt x="1" y="0"/>
                  </a:moveTo>
                  <a:lnTo>
                    <a:pt x="9647" y="9628"/>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4"/>
            <p:cNvSpPr/>
            <p:nvPr/>
          </p:nvSpPr>
          <p:spPr>
            <a:xfrm>
              <a:off x="4138075" y="239525"/>
              <a:ext cx="173900" cy="173875"/>
            </a:xfrm>
            <a:custGeom>
              <a:avLst/>
              <a:gdLst/>
              <a:ahLst/>
              <a:cxnLst/>
              <a:rect l="l" t="t" r="r" b="b"/>
              <a:pathLst>
                <a:path w="6956" h="6955" fill="none" extrusionOk="0">
                  <a:moveTo>
                    <a:pt x="1" y="0"/>
                  </a:moveTo>
                  <a:lnTo>
                    <a:pt x="6955" y="6955"/>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4"/>
            <p:cNvSpPr/>
            <p:nvPr/>
          </p:nvSpPr>
          <p:spPr>
            <a:xfrm>
              <a:off x="4205375" y="239525"/>
              <a:ext cx="106600" cy="106575"/>
            </a:xfrm>
            <a:custGeom>
              <a:avLst/>
              <a:gdLst/>
              <a:ahLst/>
              <a:cxnLst/>
              <a:rect l="l" t="t" r="r" b="b"/>
              <a:pathLst>
                <a:path w="4264" h="4263" fill="none" extrusionOk="0">
                  <a:moveTo>
                    <a:pt x="1" y="0"/>
                  </a:moveTo>
                  <a:lnTo>
                    <a:pt x="4263" y="4262"/>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4"/>
            <p:cNvSpPr/>
            <p:nvPr/>
          </p:nvSpPr>
          <p:spPr>
            <a:xfrm>
              <a:off x="4272225" y="239525"/>
              <a:ext cx="39750" cy="39275"/>
            </a:xfrm>
            <a:custGeom>
              <a:avLst/>
              <a:gdLst/>
              <a:ahLst/>
              <a:cxnLst/>
              <a:rect l="l" t="t" r="r" b="b"/>
              <a:pathLst>
                <a:path w="1590" h="1571" fill="none" extrusionOk="0">
                  <a:moveTo>
                    <a:pt x="0" y="0"/>
                  </a:moveTo>
                  <a:lnTo>
                    <a:pt x="1589" y="1570"/>
                  </a:ln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5" name="Google Shape;1435;p24"/>
          <p:cNvGrpSpPr/>
          <p:nvPr/>
        </p:nvGrpSpPr>
        <p:grpSpPr>
          <a:xfrm>
            <a:off x="112174" y="165633"/>
            <a:ext cx="921351" cy="178180"/>
            <a:chOff x="5589725" y="3057300"/>
            <a:chExt cx="352900" cy="68250"/>
          </a:xfrm>
        </p:grpSpPr>
        <p:sp>
          <p:nvSpPr>
            <p:cNvPr id="1436" name="Google Shape;1436;p24"/>
            <p:cNvSpPr/>
            <p:nvPr/>
          </p:nvSpPr>
          <p:spPr>
            <a:xfrm>
              <a:off x="55897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4"/>
            <p:cNvSpPr/>
            <p:nvPr/>
          </p:nvSpPr>
          <p:spPr>
            <a:xfrm>
              <a:off x="5657025" y="3057300"/>
              <a:ext cx="16375" cy="15900"/>
            </a:xfrm>
            <a:custGeom>
              <a:avLst/>
              <a:gdLst/>
              <a:ahLst/>
              <a:cxnLst/>
              <a:rect l="l" t="t" r="r" b="b"/>
              <a:pathLst>
                <a:path w="655" h="636" extrusionOk="0">
                  <a:moveTo>
                    <a:pt x="262" y="0"/>
                  </a:moveTo>
                  <a:lnTo>
                    <a:pt x="206" y="19"/>
                  </a:lnTo>
                  <a:lnTo>
                    <a:pt x="150" y="56"/>
                  </a:lnTo>
                  <a:lnTo>
                    <a:pt x="94" y="94"/>
                  </a:lnTo>
                  <a:lnTo>
                    <a:pt x="57" y="150"/>
                  </a:lnTo>
                  <a:lnTo>
                    <a:pt x="38" y="187"/>
                  </a:lnTo>
                  <a:lnTo>
                    <a:pt x="19" y="262"/>
                  </a:lnTo>
                  <a:lnTo>
                    <a:pt x="1" y="318"/>
                  </a:lnTo>
                  <a:lnTo>
                    <a:pt x="19" y="393"/>
                  </a:lnTo>
                  <a:lnTo>
                    <a:pt x="38" y="449"/>
                  </a:lnTo>
                  <a:lnTo>
                    <a:pt x="57" y="505"/>
                  </a:lnTo>
                  <a:lnTo>
                    <a:pt x="94" y="542"/>
                  </a:lnTo>
                  <a:lnTo>
                    <a:pt x="150" y="580"/>
                  </a:lnTo>
                  <a:lnTo>
                    <a:pt x="206" y="617"/>
                  </a:lnTo>
                  <a:lnTo>
                    <a:pt x="262" y="636"/>
                  </a:lnTo>
                  <a:lnTo>
                    <a:pt x="393" y="636"/>
                  </a:lnTo>
                  <a:lnTo>
                    <a:pt x="449" y="617"/>
                  </a:lnTo>
                  <a:lnTo>
                    <a:pt x="505" y="580"/>
                  </a:lnTo>
                  <a:lnTo>
                    <a:pt x="561" y="542"/>
                  </a:lnTo>
                  <a:lnTo>
                    <a:pt x="599" y="505"/>
                  </a:lnTo>
                  <a:lnTo>
                    <a:pt x="617" y="449"/>
                  </a:lnTo>
                  <a:lnTo>
                    <a:pt x="636" y="393"/>
                  </a:lnTo>
                  <a:lnTo>
                    <a:pt x="655" y="318"/>
                  </a:lnTo>
                  <a:lnTo>
                    <a:pt x="636" y="262"/>
                  </a:lnTo>
                  <a:lnTo>
                    <a:pt x="617" y="187"/>
                  </a:lnTo>
                  <a:lnTo>
                    <a:pt x="599" y="150"/>
                  </a:lnTo>
                  <a:lnTo>
                    <a:pt x="561"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4"/>
            <p:cNvSpPr/>
            <p:nvPr/>
          </p:nvSpPr>
          <p:spPr>
            <a:xfrm>
              <a:off x="57248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30"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30"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4"/>
            <p:cNvSpPr/>
            <p:nvPr/>
          </p:nvSpPr>
          <p:spPr>
            <a:xfrm>
              <a:off x="5792100" y="3057300"/>
              <a:ext cx="15900" cy="15900"/>
            </a:xfrm>
            <a:custGeom>
              <a:avLst/>
              <a:gdLst/>
              <a:ahLst/>
              <a:cxnLst/>
              <a:rect l="l" t="t" r="r" b="b"/>
              <a:pathLst>
                <a:path w="636" h="636" extrusionOk="0">
                  <a:moveTo>
                    <a:pt x="243"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43" y="636"/>
                  </a:lnTo>
                  <a:lnTo>
                    <a:pt x="374" y="636"/>
                  </a:lnTo>
                  <a:lnTo>
                    <a:pt x="449" y="617"/>
                  </a:lnTo>
                  <a:lnTo>
                    <a:pt x="486" y="580"/>
                  </a:lnTo>
                  <a:lnTo>
                    <a:pt x="542" y="542"/>
                  </a:lnTo>
                  <a:lnTo>
                    <a:pt x="580" y="505"/>
                  </a:lnTo>
                  <a:lnTo>
                    <a:pt x="617" y="449"/>
                  </a:lnTo>
                  <a:lnTo>
                    <a:pt x="636" y="393"/>
                  </a:lnTo>
                  <a:lnTo>
                    <a:pt x="636" y="318"/>
                  </a:lnTo>
                  <a:lnTo>
                    <a:pt x="636" y="262"/>
                  </a:lnTo>
                  <a:lnTo>
                    <a:pt x="617" y="187"/>
                  </a:lnTo>
                  <a:lnTo>
                    <a:pt x="580" y="150"/>
                  </a:lnTo>
                  <a:lnTo>
                    <a:pt x="542" y="94"/>
                  </a:lnTo>
                  <a:lnTo>
                    <a:pt x="486"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4"/>
            <p:cNvSpPr/>
            <p:nvPr/>
          </p:nvSpPr>
          <p:spPr>
            <a:xfrm>
              <a:off x="5859400" y="3057300"/>
              <a:ext cx="15900" cy="15900"/>
            </a:xfrm>
            <a:custGeom>
              <a:avLst/>
              <a:gdLst/>
              <a:ahLst/>
              <a:cxnLst/>
              <a:rect l="l" t="t" r="r" b="b"/>
              <a:pathLst>
                <a:path w="636" h="636" extrusionOk="0">
                  <a:moveTo>
                    <a:pt x="262" y="0"/>
                  </a:moveTo>
                  <a:lnTo>
                    <a:pt x="187" y="19"/>
                  </a:lnTo>
                  <a:lnTo>
                    <a:pt x="131" y="56"/>
                  </a:lnTo>
                  <a:lnTo>
                    <a:pt x="94" y="94"/>
                  </a:lnTo>
                  <a:lnTo>
                    <a:pt x="56" y="150"/>
                  </a:lnTo>
                  <a:lnTo>
                    <a:pt x="19" y="187"/>
                  </a:lnTo>
                  <a:lnTo>
                    <a:pt x="0" y="262"/>
                  </a:lnTo>
                  <a:lnTo>
                    <a:pt x="0" y="318"/>
                  </a:lnTo>
                  <a:lnTo>
                    <a:pt x="0" y="393"/>
                  </a:lnTo>
                  <a:lnTo>
                    <a:pt x="19" y="449"/>
                  </a:lnTo>
                  <a:lnTo>
                    <a:pt x="56" y="505"/>
                  </a:lnTo>
                  <a:lnTo>
                    <a:pt x="94" y="542"/>
                  </a:lnTo>
                  <a:lnTo>
                    <a:pt x="131" y="580"/>
                  </a:lnTo>
                  <a:lnTo>
                    <a:pt x="187" y="617"/>
                  </a:lnTo>
                  <a:lnTo>
                    <a:pt x="262" y="636"/>
                  </a:lnTo>
                  <a:lnTo>
                    <a:pt x="374"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4"/>
            <p:cNvSpPr/>
            <p:nvPr/>
          </p:nvSpPr>
          <p:spPr>
            <a:xfrm>
              <a:off x="5926700" y="3057300"/>
              <a:ext cx="15925" cy="15900"/>
            </a:xfrm>
            <a:custGeom>
              <a:avLst/>
              <a:gdLst/>
              <a:ahLst/>
              <a:cxnLst/>
              <a:rect l="l" t="t" r="r" b="b"/>
              <a:pathLst>
                <a:path w="637" h="636" extrusionOk="0">
                  <a:moveTo>
                    <a:pt x="262" y="0"/>
                  </a:moveTo>
                  <a:lnTo>
                    <a:pt x="187" y="19"/>
                  </a:lnTo>
                  <a:lnTo>
                    <a:pt x="150" y="56"/>
                  </a:lnTo>
                  <a:lnTo>
                    <a:pt x="94" y="94"/>
                  </a:lnTo>
                  <a:lnTo>
                    <a:pt x="56" y="150"/>
                  </a:lnTo>
                  <a:lnTo>
                    <a:pt x="19" y="187"/>
                  </a:lnTo>
                  <a:lnTo>
                    <a:pt x="0" y="262"/>
                  </a:lnTo>
                  <a:lnTo>
                    <a:pt x="0" y="318"/>
                  </a:lnTo>
                  <a:lnTo>
                    <a:pt x="0" y="393"/>
                  </a:lnTo>
                  <a:lnTo>
                    <a:pt x="19" y="449"/>
                  </a:lnTo>
                  <a:lnTo>
                    <a:pt x="56" y="505"/>
                  </a:lnTo>
                  <a:lnTo>
                    <a:pt x="94" y="542"/>
                  </a:lnTo>
                  <a:lnTo>
                    <a:pt x="150" y="580"/>
                  </a:lnTo>
                  <a:lnTo>
                    <a:pt x="187" y="617"/>
                  </a:lnTo>
                  <a:lnTo>
                    <a:pt x="262" y="636"/>
                  </a:lnTo>
                  <a:lnTo>
                    <a:pt x="393" y="636"/>
                  </a:lnTo>
                  <a:lnTo>
                    <a:pt x="449" y="617"/>
                  </a:lnTo>
                  <a:lnTo>
                    <a:pt x="505" y="580"/>
                  </a:lnTo>
                  <a:lnTo>
                    <a:pt x="543" y="542"/>
                  </a:lnTo>
                  <a:lnTo>
                    <a:pt x="580" y="505"/>
                  </a:lnTo>
                  <a:lnTo>
                    <a:pt x="617" y="449"/>
                  </a:lnTo>
                  <a:lnTo>
                    <a:pt x="636" y="393"/>
                  </a:lnTo>
                  <a:lnTo>
                    <a:pt x="636" y="318"/>
                  </a:lnTo>
                  <a:lnTo>
                    <a:pt x="636" y="262"/>
                  </a:lnTo>
                  <a:lnTo>
                    <a:pt x="617" y="187"/>
                  </a:lnTo>
                  <a:lnTo>
                    <a:pt x="580" y="150"/>
                  </a:lnTo>
                  <a:lnTo>
                    <a:pt x="543" y="94"/>
                  </a:lnTo>
                  <a:lnTo>
                    <a:pt x="505" y="56"/>
                  </a:lnTo>
                  <a:lnTo>
                    <a:pt x="449" y="19"/>
                  </a:lnTo>
                  <a:lnTo>
                    <a:pt x="3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4"/>
            <p:cNvSpPr/>
            <p:nvPr/>
          </p:nvSpPr>
          <p:spPr>
            <a:xfrm>
              <a:off x="5589725" y="3109175"/>
              <a:ext cx="16375" cy="16375"/>
            </a:xfrm>
            <a:custGeom>
              <a:avLst/>
              <a:gdLst/>
              <a:ahLst/>
              <a:cxnLst/>
              <a:rect l="l" t="t" r="r" b="b"/>
              <a:pathLst>
                <a:path w="655" h="655" extrusionOk="0">
                  <a:moveTo>
                    <a:pt x="318"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18"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4"/>
            <p:cNvSpPr/>
            <p:nvPr/>
          </p:nvSpPr>
          <p:spPr>
            <a:xfrm>
              <a:off x="5657025" y="3109175"/>
              <a:ext cx="16375" cy="16375"/>
            </a:xfrm>
            <a:custGeom>
              <a:avLst/>
              <a:gdLst/>
              <a:ahLst/>
              <a:cxnLst/>
              <a:rect l="l" t="t" r="r" b="b"/>
              <a:pathLst>
                <a:path w="655" h="655" extrusionOk="0">
                  <a:moveTo>
                    <a:pt x="337" y="0"/>
                  </a:moveTo>
                  <a:lnTo>
                    <a:pt x="262" y="19"/>
                  </a:lnTo>
                  <a:lnTo>
                    <a:pt x="206" y="38"/>
                  </a:lnTo>
                  <a:lnTo>
                    <a:pt x="150" y="56"/>
                  </a:lnTo>
                  <a:lnTo>
                    <a:pt x="94" y="94"/>
                  </a:lnTo>
                  <a:lnTo>
                    <a:pt x="57" y="150"/>
                  </a:lnTo>
                  <a:lnTo>
                    <a:pt x="38" y="206"/>
                  </a:lnTo>
                  <a:lnTo>
                    <a:pt x="19" y="262"/>
                  </a:lnTo>
                  <a:lnTo>
                    <a:pt x="1" y="318"/>
                  </a:lnTo>
                  <a:lnTo>
                    <a:pt x="19" y="393"/>
                  </a:lnTo>
                  <a:lnTo>
                    <a:pt x="38" y="449"/>
                  </a:lnTo>
                  <a:lnTo>
                    <a:pt x="57" y="505"/>
                  </a:lnTo>
                  <a:lnTo>
                    <a:pt x="94" y="561"/>
                  </a:lnTo>
                  <a:lnTo>
                    <a:pt x="150" y="598"/>
                  </a:lnTo>
                  <a:lnTo>
                    <a:pt x="206" y="617"/>
                  </a:lnTo>
                  <a:lnTo>
                    <a:pt x="262" y="636"/>
                  </a:lnTo>
                  <a:lnTo>
                    <a:pt x="337" y="654"/>
                  </a:lnTo>
                  <a:lnTo>
                    <a:pt x="393" y="636"/>
                  </a:lnTo>
                  <a:lnTo>
                    <a:pt x="449" y="617"/>
                  </a:lnTo>
                  <a:lnTo>
                    <a:pt x="505" y="598"/>
                  </a:lnTo>
                  <a:lnTo>
                    <a:pt x="561" y="561"/>
                  </a:lnTo>
                  <a:lnTo>
                    <a:pt x="599" y="505"/>
                  </a:lnTo>
                  <a:lnTo>
                    <a:pt x="617" y="449"/>
                  </a:lnTo>
                  <a:lnTo>
                    <a:pt x="636" y="393"/>
                  </a:lnTo>
                  <a:lnTo>
                    <a:pt x="655" y="318"/>
                  </a:lnTo>
                  <a:lnTo>
                    <a:pt x="636" y="262"/>
                  </a:lnTo>
                  <a:lnTo>
                    <a:pt x="617" y="206"/>
                  </a:lnTo>
                  <a:lnTo>
                    <a:pt x="599" y="150"/>
                  </a:lnTo>
                  <a:lnTo>
                    <a:pt x="561" y="94"/>
                  </a:lnTo>
                  <a:lnTo>
                    <a:pt x="505" y="56"/>
                  </a:lnTo>
                  <a:lnTo>
                    <a:pt x="449" y="38"/>
                  </a:lnTo>
                  <a:lnTo>
                    <a:pt x="393" y="19"/>
                  </a:lnTo>
                  <a:lnTo>
                    <a:pt x="3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4"/>
            <p:cNvSpPr/>
            <p:nvPr/>
          </p:nvSpPr>
          <p:spPr>
            <a:xfrm>
              <a:off x="57248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30"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30"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4"/>
            <p:cNvSpPr/>
            <p:nvPr/>
          </p:nvSpPr>
          <p:spPr>
            <a:xfrm>
              <a:off x="5792100" y="3109175"/>
              <a:ext cx="15900" cy="16375"/>
            </a:xfrm>
            <a:custGeom>
              <a:avLst/>
              <a:gdLst/>
              <a:ahLst/>
              <a:cxnLst/>
              <a:rect l="l" t="t" r="r" b="b"/>
              <a:pathLst>
                <a:path w="636" h="655" extrusionOk="0">
                  <a:moveTo>
                    <a:pt x="318" y="0"/>
                  </a:moveTo>
                  <a:lnTo>
                    <a:pt x="243"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43" y="636"/>
                  </a:lnTo>
                  <a:lnTo>
                    <a:pt x="318" y="654"/>
                  </a:lnTo>
                  <a:lnTo>
                    <a:pt x="374" y="636"/>
                  </a:lnTo>
                  <a:lnTo>
                    <a:pt x="449" y="617"/>
                  </a:lnTo>
                  <a:lnTo>
                    <a:pt x="486" y="598"/>
                  </a:lnTo>
                  <a:lnTo>
                    <a:pt x="542" y="561"/>
                  </a:lnTo>
                  <a:lnTo>
                    <a:pt x="580" y="505"/>
                  </a:lnTo>
                  <a:lnTo>
                    <a:pt x="617" y="449"/>
                  </a:lnTo>
                  <a:lnTo>
                    <a:pt x="636" y="393"/>
                  </a:lnTo>
                  <a:lnTo>
                    <a:pt x="636" y="318"/>
                  </a:lnTo>
                  <a:lnTo>
                    <a:pt x="636" y="262"/>
                  </a:lnTo>
                  <a:lnTo>
                    <a:pt x="617" y="206"/>
                  </a:lnTo>
                  <a:lnTo>
                    <a:pt x="580" y="150"/>
                  </a:lnTo>
                  <a:lnTo>
                    <a:pt x="542" y="94"/>
                  </a:lnTo>
                  <a:lnTo>
                    <a:pt x="486"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4"/>
            <p:cNvSpPr/>
            <p:nvPr/>
          </p:nvSpPr>
          <p:spPr>
            <a:xfrm>
              <a:off x="5859400" y="3109175"/>
              <a:ext cx="15900" cy="16375"/>
            </a:xfrm>
            <a:custGeom>
              <a:avLst/>
              <a:gdLst/>
              <a:ahLst/>
              <a:cxnLst/>
              <a:rect l="l" t="t" r="r" b="b"/>
              <a:pathLst>
                <a:path w="636" h="655" extrusionOk="0">
                  <a:moveTo>
                    <a:pt x="318" y="0"/>
                  </a:moveTo>
                  <a:lnTo>
                    <a:pt x="262" y="19"/>
                  </a:lnTo>
                  <a:lnTo>
                    <a:pt x="187" y="38"/>
                  </a:lnTo>
                  <a:lnTo>
                    <a:pt x="131" y="56"/>
                  </a:lnTo>
                  <a:lnTo>
                    <a:pt x="94" y="94"/>
                  </a:lnTo>
                  <a:lnTo>
                    <a:pt x="56" y="150"/>
                  </a:lnTo>
                  <a:lnTo>
                    <a:pt x="19" y="206"/>
                  </a:lnTo>
                  <a:lnTo>
                    <a:pt x="0" y="262"/>
                  </a:lnTo>
                  <a:lnTo>
                    <a:pt x="0" y="318"/>
                  </a:lnTo>
                  <a:lnTo>
                    <a:pt x="0" y="393"/>
                  </a:lnTo>
                  <a:lnTo>
                    <a:pt x="19" y="449"/>
                  </a:lnTo>
                  <a:lnTo>
                    <a:pt x="56" y="505"/>
                  </a:lnTo>
                  <a:lnTo>
                    <a:pt x="94" y="561"/>
                  </a:lnTo>
                  <a:lnTo>
                    <a:pt x="131" y="598"/>
                  </a:lnTo>
                  <a:lnTo>
                    <a:pt x="187" y="617"/>
                  </a:lnTo>
                  <a:lnTo>
                    <a:pt x="262" y="636"/>
                  </a:lnTo>
                  <a:lnTo>
                    <a:pt x="318" y="654"/>
                  </a:lnTo>
                  <a:lnTo>
                    <a:pt x="374"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74"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4"/>
            <p:cNvSpPr/>
            <p:nvPr/>
          </p:nvSpPr>
          <p:spPr>
            <a:xfrm>
              <a:off x="5926700" y="3109175"/>
              <a:ext cx="15925" cy="16375"/>
            </a:xfrm>
            <a:custGeom>
              <a:avLst/>
              <a:gdLst/>
              <a:ahLst/>
              <a:cxnLst/>
              <a:rect l="l" t="t" r="r" b="b"/>
              <a:pathLst>
                <a:path w="637" h="655" extrusionOk="0">
                  <a:moveTo>
                    <a:pt x="318" y="0"/>
                  </a:moveTo>
                  <a:lnTo>
                    <a:pt x="262" y="19"/>
                  </a:lnTo>
                  <a:lnTo>
                    <a:pt x="187" y="38"/>
                  </a:lnTo>
                  <a:lnTo>
                    <a:pt x="150" y="56"/>
                  </a:lnTo>
                  <a:lnTo>
                    <a:pt x="94" y="94"/>
                  </a:lnTo>
                  <a:lnTo>
                    <a:pt x="56" y="150"/>
                  </a:lnTo>
                  <a:lnTo>
                    <a:pt x="19" y="206"/>
                  </a:lnTo>
                  <a:lnTo>
                    <a:pt x="0" y="262"/>
                  </a:lnTo>
                  <a:lnTo>
                    <a:pt x="0" y="318"/>
                  </a:lnTo>
                  <a:lnTo>
                    <a:pt x="0" y="393"/>
                  </a:lnTo>
                  <a:lnTo>
                    <a:pt x="19" y="449"/>
                  </a:lnTo>
                  <a:lnTo>
                    <a:pt x="56" y="505"/>
                  </a:lnTo>
                  <a:lnTo>
                    <a:pt x="94" y="561"/>
                  </a:lnTo>
                  <a:lnTo>
                    <a:pt x="150" y="598"/>
                  </a:lnTo>
                  <a:lnTo>
                    <a:pt x="187" y="617"/>
                  </a:lnTo>
                  <a:lnTo>
                    <a:pt x="262" y="636"/>
                  </a:lnTo>
                  <a:lnTo>
                    <a:pt x="318" y="654"/>
                  </a:lnTo>
                  <a:lnTo>
                    <a:pt x="393" y="636"/>
                  </a:lnTo>
                  <a:lnTo>
                    <a:pt x="449" y="617"/>
                  </a:lnTo>
                  <a:lnTo>
                    <a:pt x="505" y="598"/>
                  </a:lnTo>
                  <a:lnTo>
                    <a:pt x="543" y="561"/>
                  </a:lnTo>
                  <a:lnTo>
                    <a:pt x="580" y="505"/>
                  </a:lnTo>
                  <a:lnTo>
                    <a:pt x="617" y="449"/>
                  </a:lnTo>
                  <a:lnTo>
                    <a:pt x="636" y="393"/>
                  </a:lnTo>
                  <a:lnTo>
                    <a:pt x="636" y="318"/>
                  </a:lnTo>
                  <a:lnTo>
                    <a:pt x="636" y="262"/>
                  </a:lnTo>
                  <a:lnTo>
                    <a:pt x="617" y="206"/>
                  </a:lnTo>
                  <a:lnTo>
                    <a:pt x="580" y="150"/>
                  </a:lnTo>
                  <a:lnTo>
                    <a:pt x="543" y="94"/>
                  </a:lnTo>
                  <a:lnTo>
                    <a:pt x="505" y="56"/>
                  </a:lnTo>
                  <a:lnTo>
                    <a:pt x="449" y="38"/>
                  </a:lnTo>
                  <a:lnTo>
                    <a:pt x="393" y="19"/>
                  </a:lnTo>
                  <a:lnTo>
                    <a:pt x="3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3000"/>
              <a:buFont typeface="Be Vietnam Pro Black"/>
              <a:buNone/>
              <a:defRPr sz="3000">
                <a:solidFill>
                  <a:schemeClr val="dk1"/>
                </a:solidFill>
                <a:latin typeface="Be Vietnam Pro Black"/>
                <a:ea typeface="Be Vietnam Pro Black"/>
                <a:cs typeface="Be Vietnam Pro Black"/>
                <a:sym typeface="Be Vietnam Pro Black"/>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1pPr>
            <a:lvl2pPr marL="914400" lvl="1"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2pPr>
            <a:lvl3pPr marL="1371600" lvl="2"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3pPr>
            <a:lvl4pPr marL="1828800" lvl="3"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4pPr>
            <a:lvl5pPr marL="2286000" lvl="4"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5pPr>
            <a:lvl6pPr marL="2743200" lvl="5"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6pPr>
            <a:lvl7pPr marL="3200400" lvl="6"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7pPr>
            <a:lvl8pPr marL="3657600" lvl="7" indent="-317500">
              <a:lnSpc>
                <a:spcPct val="100000"/>
              </a:lnSpc>
              <a:spcBef>
                <a:spcPts val="1600"/>
              </a:spcBef>
              <a:spcAft>
                <a:spcPts val="0"/>
              </a:spcAft>
              <a:buClr>
                <a:schemeClr val="lt1"/>
              </a:buClr>
              <a:buSzPts val="1400"/>
              <a:buFont typeface="Inter"/>
              <a:buChar char="○"/>
              <a:defRPr>
                <a:solidFill>
                  <a:schemeClr val="lt1"/>
                </a:solidFill>
                <a:latin typeface="Inter"/>
                <a:ea typeface="Inter"/>
                <a:cs typeface="Inter"/>
                <a:sym typeface="Inter"/>
              </a:defRPr>
            </a:lvl8pPr>
            <a:lvl9pPr marL="4114800" lvl="8" indent="-317500">
              <a:lnSpc>
                <a:spcPct val="100000"/>
              </a:lnSpc>
              <a:spcBef>
                <a:spcPts val="1600"/>
              </a:spcBef>
              <a:spcAft>
                <a:spcPts val="1600"/>
              </a:spcAft>
              <a:buClr>
                <a:schemeClr val="lt1"/>
              </a:buClr>
              <a:buSzPts val="1400"/>
              <a:buFont typeface="Inter"/>
              <a:buChar char="■"/>
              <a:defRPr>
                <a:solidFill>
                  <a:schemeClr val="lt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69" r:id="rId10"/>
    <p:sldLayoutId id="214748367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7"/>
        <p:cNvGrpSpPr/>
        <p:nvPr/>
      </p:nvGrpSpPr>
      <p:grpSpPr>
        <a:xfrm>
          <a:off x="0" y="0"/>
          <a:ext cx="0" cy="0"/>
          <a:chOff x="0" y="0"/>
          <a:chExt cx="0" cy="0"/>
        </a:xfrm>
      </p:grpSpPr>
      <p:sp>
        <p:nvSpPr>
          <p:cNvPr id="1458" name="Google Shape;1458;p28"/>
          <p:cNvSpPr txBox="1">
            <a:spLocks noGrp="1"/>
          </p:cNvSpPr>
          <p:nvPr>
            <p:ph type="ctrTitle"/>
          </p:nvPr>
        </p:nvSpPr>
        <p:spPr>
          <a:xfrm>
            <a:off x="697799" y="1206623"/>
            <a:ext cx="7748400" cy="1957500"/>
          </a:xfrm>
          <a:prstGeom prst="rect">
            <a:avLst/>
          </a:prstGeom>
        </p:spPr>
        <p:txBody>
          <a:bodyPr spcFirstLastPara="1" wrap="square" lIns="91425" tIns="91425" rIns="91425" bIns="91425" anchor="ctr" anchorCtr="0">
            <a:noAutofit/>
          </a:bodyPr>
          <a:lstStyle/>
          <a:p>
            <a:pPr>
              <a:lnSpc>
                <a:spcPct val="100000"/>
              </a:lnSpc>
              <a:spcBef>
                <a:spcPct val="0"/>
              </a:spcBef>
            </a:pPr>
            <a:r>
              <a:rPr lang="en-US" sz="3200" b="1" kern="1200" cap="all" spc="100" dirty="0">
                <a:solidFill>
                  <a:srgbClr val="43467B"/>
                </a:solidFill>
                <a:latin typeface="Calibri" panose="020F0502020204030204" pitchFamily="34" charset="0"/>
                <a:ea typeface="Calibri" panose="020F0502020204030204" pitchFamily="34" charset="0"/>
                <a:cs typeface="Calibri" panose="020F0502020204030204" pitchFamily="34" charset="0"/>
              </a:rPr>
              <a:t>XÂY DỰNG WEBSITE </a:t>
            </a:r>
            <a:r>
              <a:rPr lang="en-US" sz="3200" b="1" kern="1200" cap="all" spc="100" dirty="0" smtClean="0">
                <a:solidFill>
                  <a:srgbClr val="43467B"/>
                </a:solidFill>
                <a:latin typeface="Calibri" panose="020F0502020204030204" pitchFamily="34" charset="0"/>
                <a:ea typeface="Calibri" panose="020F0502020204030204" pitchFamily="34" charset="0"/>
                <a:cs typeface="Calibri" panose="020F0502020204030204" pitchFamily="34" charset="0"/>
              </a:rPr>
              <a:t/>
            </a:r>
            <a:br>
              <a:rPr lang="en-US" sz="3200" b="1" kern="1200" cap="all" spc="100" dirty="0" smtClean="0">
                <a:solidFill>
                  <a:srgbClr val="43467B"/>
                </a:solidFill>
                <a:latin typeface="Calibri" panose="020F0502020204030204" pitchFamily="34" charset="0"/>
                <a:ea typeface="Calibri" panose="020F0502020204030204" pitchFamily="34" charset="0"/>
                <a:cs typeface="Calibri" panose="020F0502020204030204" pitchFamily="34" charset="0"/>
              </a:rPr>
            </a:br>
            <a:r>
              <a:rPr lang="en-US" sz="3200" b="1" kern="1200" cap="all" spc="100" dirty="0" smtClean="0">
                <a:solidFill>
                  <a:srgbClr val="43467B"/>
                </a:solidFill>
                <a:latin typeface="Calibri" panose="020F0502020204030204" pitchFamily="34" charset="0"/>
                <a:ea typeface="Calibri" panose="020F0502020204030204" pitchFamily="34" charset="0"/>
                <a:cs typeface="Calibri" panose="020F0502020204030204" pitchFamily="34" charset="0"/>
              </a:rPr>
              <a:t>QUẢN </a:t>
            </a:r>
            <a:r>
              <a:rPr lang="en-US" sz="3200" b="1" kern="1200" cap="all" spc="100" dirty="0">
                <a:solidFill>
                  <a:srgbClr val="43467B"/>
                </a:solidFill>
                <a:latin typeface="Calibri" panose="020F0502020204030204" pitchFamily="34" charset="0"/>
                <a:ea typeface="Calibri" panose="020F0502020204030204" pitchFamily="34" charset="0"/>
                <a:cs typeface="Calibri" panose="020F0502020204030204" pitchFamily="34" charset="0"/>
              </a:rPr>
              <a:t>LÝ, THEO DÕI VÀ ĐÁNH GIÁ CÁC THAY ĐỔI </a:t>
            </a:r>
            <a:r>
              <a:rPr lang="en-US" sz="3200" b="1" kern="1200" cap="all" spc="100" dirty="0" smtClean="0">
                <a:solidFill>
                  <a:srgbClr val="43467B"/>
                </a:solidFill>
                <a:latin typeface="Calibri" panose="020F0502020204030204" pitchFamily="34" charset="0"/>
                <a:ea typeface="Calibri" panose="020F0502020204030204" pitchFamily="34" charset="0"/>
                <a:cs typeface="Calibri" panose="020F0502020204030204" pitchFamily="34" charset="0"/>
              </a:rPr>
              <a:t>ĐỀ </a:t>
            </a:r>
            <a:r>
              <a:rPr lang="en-US" sz="3200" b="1" kern="1200" cap="all" spc="100" dirty="0">
                <a:solidFill>
                  <a:srgbClr val="43467B"/>
                </a:solidFill>
                <a:latin typeface="Calibri" panose="020F0502020204030204" pitchFamily="34" charset="0"/>
                <a:ea typeface="Calibri" panose="020F0502020204030204" pitchFamily="34" charset="0"/>
                <a:cs typeface="Calibri" panose="020F0502020204030204" pitchFamily="34" charset="0"/>
              </a:rPr>
              <a:t>CƯƠNG CHI </a:t>
            </a:r>
            <a:r>
              <a:rPr lang="en-US" sz="3200" b="1" kern="1200" cap="all" spc="100" dirty="0" smtClean="0">
                <a:solidFill>
                  <a:srgbClr val="43467B"/>
                </a:solidFill>
                <a:latin typeface="Calibri" panose="020F0502020204030204" pitchFamily="34" charset="0"/>
                <a:ea typeface="Calibri" panose="020F0502020204030204" pitchFamily="34" charset="0"/>
                <a:cs typeface="Calibri" panose="020F0502020204030204" pitchFamily="34" charset="0"/>
              </a:rPr>
              <a:t>TIẾT</a:t>
            </a:r>
            <a:r>
              <a:rPr lang="en-US" sz="3200" b="1" kern="1200" cap="all" spc="100" dirty="0">
                <a:solidFill>
                  <a:srgbClr val="43467B"/>
                </a:solidFill>
                <a:latin typeface="Calibri" panose="020F0502020204030204" pitchFamily="34" charset="0"/>
                <a:ea typeface="Calibri" panose="020F0502020204030204" pitchFamily="34" charset="0"/>
                <a:cs typeface="Calibri" panose="020F0502020204030204" pitchFamily="34" charset="0"/>
              </a:rPr>
              <a:t/>
            </a:r>
            <a:br>
              <a:rPr lang="en-US" sz="3200" b="1" kern="1200" cap="all" spc="100" dirty="0">
                <a:solidFill>
                  <a:srgbClr val="43467B"/>
                </a:solidFill>
                <a:latin typeface="Calibri" panose="020F0502020204030204" pitchFamily="34" charset="0"/>
                <a:ea typeface="Calibri" panose="020F0502020204030204" pitchFamily="34" charset="0"/>
                <a:cs typeface="Calibri" panose="020F0502020204030204" pitchFamily="34" charset="0"/>
              </a:rPr>
            </a:br>
            <a:r>
              <a:rPr lang="en-US" sz="3200" b="1" kern="1200" cap="all" spc="100" dirty="0">
                <a:solidFill>
                  <a:srgbClr val="43467B"/>
                </a:solidFill>
                <a:latin typeface="Calibri" panose="020F0502020204030204" pitchFamily="34" charset="0"/>
                <a:ea typeface="Calibri" panose="020F0502020204030204" pitchFamily="34" charset="0"/>
                <a:cs typeface="Calibri" panose="020F0502020204030204" pitchFamily="34" charset="0"/>
              </a:rPr>
              <a:t>CỦA CHƯƠNG TRÌNH ĐÀO TẠO </a:t>
            </a:r>
          </a:p>
        </p:txBody>
      </p:sp>
      <p:sp>
        <p:nvSpPr>
          <p:cNvPr id="4" name="TextBox 3">
            <a:extLst>
              <a:ext uri="{FF2B5EF4-FFF2-40B4-BE49-F238E27FC236}">
                <a16:creationId xmlns:a16="http://schemas.microsoft.com/office/drawing/2014/main" xmlns="" id="{A5D7D317-9569-521D-E3E9-139872B56DC2}"/>
              </a:ext>
            </a:extLst>
          </p:cNvPr>
          <p:cNvSpPr txBox="1"/>
          <p:nvPr/>
        </p:nvSpPr>
        <p:spPr>
          <a:xfrm>
            <a:off x="1409217" y="99767"/>
            <a:ext cx="6325564" cy="830997"/>
          </a:xfrm>
          <a:prstGeom prst="rect">
            <a:avLst/>
          </a:prstGeom>
          <a:noFill/>
        </p:spPr>
        <p:txBody>
          <a:bodyPr wrap="square">
            <a:spAutoFit/>
          </a:bodyPr>
          <a:lstStyle/>
          <a:p>
            <a:pPr algn="ctr">
              <a:lnSpc>
                <a:spcPct val="100000"/>
              </a:lnSpc>
            </a:pPr>
            <a:r>
              <a:rPr lang="vi-VN" sz="2400" b="1" spc="100" dirty="0">
                <a:solidFill>
                  <a:srgbClr val="2066B8"/>
                </a:solidFill>
                <a:latin typeface="Calibri" panose="020F0502020204030204" pitchFamily="34" charset="0"/>
                <a:ea typeface="Calibri" panose="020F0502020204030204" pitchFamily="34" charset="0"/>
                <a:cs typeface="Calibri" panose="020F0502020204030204" pitchFamily="34" charset="0"/>
              </a:rPr>
              <a:t>BÁO CÁO KHÓA LUẬN TỐT NGHIỆP</a:t>
            </a:r>
          </a:p>
          <a:p>
            <a:pPr algn="ctr">
              <a:lnSpc>
                <a:spcPct val="100000"/>
              </a:lnSpc>
            </a:pPr>
            <a:r>
              <a:rPr lang="vi-VN" sz="2400" b="1" spc="100" dirty="0">
                <a:solidFill>
                  <a:srgbClr val="2066B8"/>
                </a:solidFill>
                <a:latin typeface="Calibri" panose="020F0502020204030204" pitchFamily="34" charset="0"/>
                <a:ea typeface="Calibri" panose="020F0502020204030204" pitchFamily="34" charset="0"/>
                <a:cs typeface="Calibri" panose="020F0502020204030204" pitchFamily="34" charset="0"/>
              </a:rPr>
              <a:t>NGÀNH CÔNG NGHỆ THÔNG TIN</a:t>
            </a:r>
            <a:endParaRPr lang="en-US" sz="2400" spc="100" dirty="0">
              <a:solidFill>
                <a:srgbClr val="2066B8"/>
              </a:solidFill>
            </a:endParaRPr>
          </a:p>
        </p:txBody>
      </p:sp>
      <p:sp>
        <p:nvSpPr>
          <p:cNvPr id="5" name="Title 5">
            <a:extLst>
              <a:ext uri="{FF2B5EF4-FFF2-40B4-BE49-F238E27FC236}">
                <a16:creationId xmlns:a16="http://schemas.microsoft.com/office/drawing/2014/main" xmlns="" id="{3C5AC187-679A-7800-64E8-53371482D20D}"/>
              </a:ext>
            </a:extLst>
          </p:cNvPr>
          <p:cNvSpPr txBox="1">
            <a:spLocks/>
          </p:cNvSpPr>
          <p:nvPr/>
        </p:nvSpPr>
        <p:spPr>
          <a:xfrm>
            <a:off x="80801" y="4295706"/>
            <a:ext cx="3200400" cy="847794"/>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lang="en-US" sz="5000" kern="1200" cap="all" spc="100" baseline="0" dirty="0">
                <a:solidFill>
                  <a:schemeClr val="bg1"/>
                </a:solidFill>
                <a:latin typeface="+mj-lt"/>
                <a:ea typeface="+mj-ea"/>
                <a:cs typeface="+mj-cs"/>
              </a:defRPr>
            </a:lvl1pPr>
          </a:lstStyle>
          <a:p>
            <a:pPr algn="l">
              <a:lnSpc>
                <a:spcPts val="3000"/>
              </a:lnSpc>
            </a:pPr>
            <a:r>
              <a:rPr lang="vi-VN" sz="2200" i="1" cap="none" dirty="0">
                <a:solidFill>
                  <a:schemeClr val="accent6"/>
                </a:solidFill>
                <a:latin typeface="Calibri" panose="020F0502020204030204" pitchFamily="34" charset="0"/>
                <a:ea typeface="Calibri" panose="020F0502020204030204" pitchFamily="34" charset="0"/>
                <a:cs typeface="Calibri" panose="020F0502020204030204" pitchFamily="34" charset="0"/>
              </a:rPr>
              <a:t>Giảng viên hướng dẫn:</a:t>
            </a:r>
          </a:p>
          <a:p>
            <a:pPr algn="l">
              <a:lnSpc>
                <a:spcPts val="3000"/>
              </a:lnSpc>
            </a:pPr>
            <a:r>
              <a:rPr lang="vi-VN" sz="2200" cap="none" dirty="0">
                <a:solidFill>
                  <a:schemeClr val="accent6"/>
                </a:solidFill>
                <a:latin typeface="Calibri" panose="020F0502020204030204" pitchFamily="34" charset="0"/>
                <a:ea typeface="Calibri" panose="020F0502020204030204" pitchFamily="34" charset="0"/>
                <a:cs typeface="Calibri" panose="020F0502020204030204" pitchFamily="34" charset="0"/>
              </a:rPr>
              <a:t>ThS. </a:t>
            </a:r>
            <a:r>
              <a:rPr lang="en-US" sz="2200" cap="none" dirty="0" smtClean="0">
                <a:solidFill>
                  <a:schemeClr val="accent6"/>
                </a:solidFill>
                <a:latin typeface="Calibri" panose="020F0502020204030204" pitchFamily="34" charset="0"/>
                <a:ea typeface="Calibri" panose="020F0502020204030204" pitchFamily="34" charset="0"/>
                <a:cs typeface="Calibri" panose="020F0502020204030204" pitchFamily="34" charset="0"/>
              </a:rPr>
              <a:t>Nguyễn </a:t>
            </a:r>
            <a:r>
              <a:rPr lang="en-US" sz="2200" cap="none" dirty="0" err="1" smtClean="0">
                <a:solidFill>
                  <a:schemeClr val="accent6"/>
                </a:solidFill>
                <a:latin typeface="Calibri" panose="020F0502020204030204" pitchFamily="34" charset="0"/>
                <a:ea typeface="Calibri" panose="020F0502020204030204" pitchFamily="34" charset="0"/>
                <a:cs typeface="Calibri" panose="020F0502020204030204" pitchFamily="34" charset="0"/>
              </a:rPr>
              <a:t>Nhứt</a:t>
            </a:r>
            <a:r>
              <a:rPr lang="en-US" sz="2200" cap="none" dirty="0" smtClean="0">
                <a:solidFill>
                  <a:schemeClr val="accent6"/>
                </a:solidFill>
                <a:latin typeface="Calibri" panose="020F0502020204030204" pitchFamily="34" charset="0"/>
                <a:ea typeface="Calibri" panose="020F0502020204030204" pitchFamily="34" charset="0"/>
                <a:cs typeface="Calibri" panose="020F0502020204030204" pitchFamily="34" charset="0"/>
              </a:rPr>
              <a:t> Lam</a:t>
            </a:r>
            <a:endParaRPr lang="vi-VN" sz="2200" cap="none" dirty="0">
              <a:solidFill>
                <a:schemeClr val="accent6"/>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itle 5">
            <a:extLst>
              <a:ext uri="{FF2B5EF4-FFF2-40B4-BE49-F238E27FC236}">
                <a16:creationId xmlns:a16="http://schemas.microsoft.com/office/drawing/2014/main" xmlns="" id="{3C74BD8E-A379-29CD-CE78-B41DC04CF05B}"/>
              </a:ext>
            </a:extLst>
          </p:cNvPr>
          <p:cNvSpPr txBox="1">
            <a:spLocks/>
          </p:cNvSpPr>
          <p:nvPr/>
        </p:nvSpPr>
        <p:spPr>
          <a:xfrm>
            <a:off x="6453426" y="4295706"/>
            <a:ext cx="2690573" cy="814178"/>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lang="en-US" sz="5000" kern="1200" cap="all" spc="100" baseline="0" dirty="0">
                <a:solidFill>
                  <a:schemeClr val="bg1"/>
                </a:solidFill>
                <a:latin typeface="+mj-lt"/>
                <a:ea typeface="+mj-ea"/>
                <a:cs typeface="+mj-cs"/>
              </a:defRPr>
            </a:lvl1pPr>
          </a:lstStyle>
          <a:p>
            <a:pPr algn="l">
              <a:lnSpc>
                <a:spcPts val="3000"/>
              </a:lnSpc>
            </a:pPr>
            <a:r>
              <a:rPr lang="vi-VN" sz="2200" i="1" cap="none" dirty="0">
                <a:solidFill>
                  <a:schemeClr val="accent6"/>
                </a:solidFill>
                <a:latin typeface="Calibri" panose="020F0502020204030204" pitchFamily="34" charset="0"/>
                <a:ea typeface="Calibri" panose="020F0502020204030204" pitchFamily="34" charset="0"/>
                <a:cs typeface="Calibri" panose="020F0502020204030204" pitchFamily="34" charset="0"/>
              </a:rPr>
              <a:t>Sinh viên thực hiện:</a:t>
            </a:r>
          </a:p>
          <a:p>
            <a:pPr algn="l">
              <a:lnSpc>
                <a:spcPts val="3000"/>
              </a:lnSpc>
            </a:pPr>
            <a:r>
              <a:rPr lang="en-US" sz="2200" cap="none" dirty="0" err="1" smtClean="0">
                <a:solidFill>
                  <a:schemeClr val="accent6"/>
                </a:solidFill>
                <a:latin typeface="Calibri" panose="020F0502020204030204" pitchFamily="34" charset="0"/>
                <a:ea typeface="Calibri" panose="020F0502020204030204" pitchFamily="34" charset="0"/>
                <a:cs typeface="Calibri" panose="020F0502020204030204" pitchFamily="34" charset="0"/>
              </a:rPr>
              <a:t>Vủ</a:t>
            </a:r>
            <a:r>
              <a:rPr lang="en-US" sz="2200" cap="none" dirty="0" smtClean="0">
                <a:solidFill>
                  <a:schemeClr val="accent6"/>
                </a:solidFill>
                <a:latin typeface="Calibri" panose="020F0502020204030204" pitchFamily="34" charset="0"/>
                <a:ea typeface="Calibri" panose="020F0502020204030204" pitchFamily="34" charset="0"/>
                <a:cs typeface="Calibri" panose="020F0502020204030204" pitchFamily="34" charset="0"/>
              </a:rPr>
              <a:t> Duy Đức</a:t>
            </a:r>
            <a:endParaRPr lang="vi-VN" sz="2200" cap="none" dirty="0">
              <a:solidFill>
                <a:schemeClr val="accent6"/>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3"/>
        <p:cNvGrpSpPr/>
        <p:nvPr/>
      </p:nvGrpSpPr>
      <p:grpSpPr>
        <a:xfrm>
          <a:off x="0" y="0"/>
          <a:ext cx="0" cy="0"/>
          <a:chOff x="0" y="0"/>
          <a:chExt cx="0" cy="0"/>
        </a:xfrm>
      </p:grpSpPr>
      <p:sp>
        <p:nvSpPr>
          <p:cNvPr id="11" name="Title 15">
            <a:extLst>
              <a:ext uri="{FF2B5EF4-FFF2-40B4-BE49-F238E27FC236}">
                <a16:creationId xmlns:a16="http://schemas.microsoft.com/office/drawing/2014/main" xmlns="" id="{0752BE5A-D89C-AB84-3407-7990B139BCC6}"/>
              </a:ext>
            </a:extLst>
          </p:cNvPr>
          <p:cNvSpPr>
            <a:spLocks noGrp="1"/>
          </p:cNvSpPr>
          <p:nvPr>
            <p:ph type="title"/>
          </p:nvPr>
        </p:nvSpPr>
        <p:spPr>
          <a:xfrm>
            <a:off x="768086" y="2019335"/>
            <a:ext cx="2214732" cy="830579"/>
          </a:xfrm>
        </p:spPr>
        <p:txBody>
          <a:bodyPr anchor="ctr">
            <a:noAutofit/>
          </a:bodyPr>
          <a:lstStyle/>
          <a:p>
            <a:r>
              <a:rPr lang="vi-VN" sz="3600" b="1" dirty="0">
                <a:solidFill>
                  <a:srgbClr val="E58C09"/>
                </a:solidFill>
                <a:latin typeface="Calibri" panose="020F0502020204030204" pitchFamily="34" charset="0"/>
                <a:ea typeface="Calibri" panose="020F0502020204030204" pitchFamily="34" charset="0"/>
                <a:cs typeface="Calibri" panose="020F0502020204030204" pitchFamily="34" charset="0"/>
              </a:rPr>
              <a:t>NỘI </a:t>
            </a:r>
            <a:r>
              <a:rPr lang="vi-VN" sz="3600" b="1" dirty="0" smtClean="0">
                <a:solidFill>
                  <a:srgbClr val="E58C09"/>
                </a:solidFill>
                <a:latin typeface="Calibri" panose="020F0502020204030204" pitchFamily="34" charset="0"/>
                <a:ea typeface="Calibri" panose="020F0502020204030204" pitchFamily="34" charset="0"/>
                <a:cs typeface="Calibri" panose="020F0502020204030204" pitchFamily="34" charset="0"/>
              </a:rPr>
              <a:t>DUNG</a:t>
            </a:r>
            <a:endParaRPr lang="en-US" sz="3600" b="1" dirty="0">
              <a:solidFill>
                <a:srgbClr val="E58C09"/>
              </a:solidFill>
              <a:latin typeface="Calibri" panose="020F0502020204030204" pitchFamily="34" charset="0"/>
              <a:ea typeface="Calibri" panose="020F0502020204030204" pitchFamily="34" charset="0"/>
              <a:cs typeface="Calibri" panose="020F0502020204030204" pitchFamily="34" charset="0"/>
            </a:endParaRPr>
          </a:p>
        </p:txBody>
      </p:sp>
      <p:cxnSp>
        <p:nvCxnSpPr>
          <p:cNvPr id="13" name="Straight Connector 12">
            <a:extLst>
              <a:ext uri="{FF2B5EF4-FFF2-40B4-BE49-F238E27FC236}">
                <a16:creationId xmlns:a16="http://schemas.microsoft.com/office/drawing/2014/main" xmlns="" id="{B34E4EBA-6210-6FDD-F907-FE401B381F75}"/>
              </a:ext>
            </a:extLst>
          </p:cNvPr>
          <p:cNvCxnSpPr>
            <a:cxnSpLocks/>
          </p:cNvCxnSpPr>
          <p:nvPr/>
        </p:nvCxnSpPr>
        <p:spPr>
          <a:xfrm>
            <a:off x="698146" y="2710815"/>
            <a:ext cx="1606550" cy="7620"/>
          </a:xfrm>
          <a:prstGeom prst="line">
            <a:avLst/>
          </a:prstGeom>
          <a:ln>
            <a:solidFill>
              <a:srgbClr val="43467B"/>
            </a:solidFill>
          </a:ln>
        </p:spPr>
        <p:style>
          <a:lnRef idx="2">
            <a:schemeClr val="accent2"/>
          </a:lnRef>
          <a:fillRef idx="0">
            <a:schemeClr val="accent2"/>
          </a:fillRef>
          <a:effectRef idx="1">
            <a:schemeClr val="accent2"/>
          </a:effectRef>
          <a:fontRef idx="minor">
            <a:schemeClr val="tx1"/>
          </a:fontRef>
        </p:style>
      </p:cxnSp>
      <p:sp>
        <p:nvSpPr>
          <p:cNvPr id="14" name="Flowchart: Off-page Connector 13"/>
          <p:cNvSpPr/>
          <p:nvPr/>
        </p:nvSpPr>
        <p:spPr>
          <a:xfrm>
            <a:off x="3780790" y="1365250"/>
            <a:ext cx="568960" cy="631190"/>
          </a:xfrm>
          <a:prstGeom prst="flowChartOffpage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nip Single Corner Rectangle 14"/>
          <p:cNvSpPr/>
          <p:nvPr/>
        </p:nvSpPr>
        <p:spPr>
          <a:xfrm>
            <a:off x="4349750" y="1365250"/>
            <a:ext cx="4000500" cy="515650"/>
          </a:xfrm>
          <a:prstGeom prst="snip1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4349750" y="1365250"/>
            <a:ext cx="3571504" cy="461665"/>
          </a:xfrm>
          <a:prstGeom prst="rect">
            <a:avLst/>
          </a:prstGeom>
          <a:noFill/>
        </p:spPr>
        <p:txBody>
          <a:bodyPr wrap="square" rtlCol="0">
            <a:spAutoFit/>
          </a:bodyPr>
          <a:lstStyle/>
          <a:p>
            <a:pPr marL="342900" lvl="0" indent="-342900">
              <a:buFont typeface="Arial" panose="020B0604020202020204" pitchFamily="34" charset="0"/>
              <a:buChar char="•"/>
            </a:pPr>
            <a:r>
              <a:rPr lang="vi-VN" sz="2400" dirty="0">
                <a:latin typeface="Calibri" panose="020F0502020204030204" pitchFamily="34" charset="0"/>
                <a:ea typeface="Calibri" panose="020F0502020204030204" pitchFamily="34" charset="0"/>
                <a:cs typeface="Calibri" panose="020F0502020204030204" pitchFamily="34" charset="0"/>
              </a:rPr>
              <a:t>Cơ sở lý thuyết</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22" name="Flowchart: Off-page Connector 21"/>
          <p:cNvSpPr/>
          <p:nvPr/>
        </p:nvSpPr>
        <p:spPr>
          <a:xfrm>
            <a:off x="3780790" y="2073925"/>
            <a:ext cx="568960" cy="631190"/>
          </a:xfrm>
          <a:prstGeom prst="flowChartOffpage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nip Single Corner Rectangle 23"/>
          <p:cNvSpPr/>
          <p:nvPr/>
        </p:nvSpPr>
        <p:spPr>
          <a:xfrm>
            <a:off x="4349750" y="2073925"/>
            <a:ext cx="4000500" cy="515650"/>
          </a:xfrm>
          <a:prstGeom prst="snip1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4349750" y="2073925"/>
            <a:ext cx="3571504" cy="461665"/>
          </a:xfrm>
          <a:prstGeom prst="rect">
            <a:avLst/>
          </a:prstGeom>
          <a:noFill/>
        </p:spPr>
        <p:txBody>
          <a:bodyPr wrap="square" rtlCol="0">
            <a:spAutoFit/>
          </a:bodyPr>
          <a:lstStyle/>
          <a:p>
            <a:pPr marL="342900" lvl="0" indent="-342900">
              <a:buFont typeface="Arial" panose="020B0604020202020204" pitchFamily="34" charset="0"/>
              <a:buChar char="•"/>
            </a:pPr>
            <a:r>
              <a:rPr lang="vi-VN" sz="2400" dirty="0">
                <a:latin typeface="Calibri" panose="020F0502020204030204" pitchFamily="34" charset="0"/>
                <a:ea typeface="Calibri" panose="020F0502020204030204" pitchFamily="34" charset="0"/>
                <a:cs typeface="Calibri" panose="020F0502020204030204" pitchFamily="34" charset="0"/>
              </a:rPr>
              <a:t>Thiết kế</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26" name="Flowchart: Off-page Connector 25"/>
          <p:cNvSpPr/>
          <p:nvPr/>
        </p:nvSpPr>
        <p:spPr>
          <a:xfrm>
            <a:off x="3780790" y="2782600"/>
            <a:ext cx="568960" cy="631190"/>
          </a:xfrm>
          <a:prstGeom prst="flowChartOffpage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nip Single Corner Rectangle 27"/>
          <p:cNvSpPr/>
          <p:nvPr/>
        </p:nvSpPr>
        <p:spPr>
          <a:xfrm>
            <a:off x="4349750" y="2782600"/>
            <a:ext cx="4000500" cy="515650"/>
          </a:xfrm>
          <a:prstGeom prst="snip1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4349750" y="2782600"/>
            <a:ext cx="3571504" cy="461665"/>
          </a:xfrm>
          <a:prstGeom prst="rect">
            <a:avLst/>
          </a:prstGeom>
          <a:noFill/>
        </p:spPr>
        <p:txBody>
          <a:bodyPr wrap="square" rtlCol="0">
            <a:spAutoFit/>
          </a:bodyPr>
          <a:lstStyle/>
          <a:p>
            <a:pPr marL="342900" lvl="0" indent="-342900">
              <a:buFont typeface="Arial" panose="020B0604020202020204" pitchFamily="34" charset="0"/>
              <a:buChar char="•"/>
            </a:pPr>
            <a:r>
              <a:rPr lang="vi-VN" sz="2400" dirty="0">
                <a:latin typeface="Calibri" panose="020F0502020204030204" pitchFamily="34" charset="0"/>
                <a:ea typeface="Calibri" panose="020F0502020204030204" pitchFamily="34" charset="0"/>
                <a:cs typeface="Calibri" panose="020F0502020204030204" pitchFamily="34" charset="0"/>
              </a:rPr>
              <a:t>Xây dựng hệ thống</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30" name="Flowchart: Off-page Connector 29"/>
          <p:cNvSpPr/>
          <p:nvPr/>
        </p:nvSpPr>
        <p:spPr>
          <a:xfrm>
            <a:off x="3780790" y="3491275"/>
            <a:ext cx="568960" cy="631190"/>
          </a:xfrm>
          <a:prstGeom prst="flowChartOffpage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Snip Single Corner Rectangle 31"/>
          <p:cNvSpPr/>
          <p:nvPr/>
        </p:nvSpPr>
        <p:spPr>
          <a:xfrm>
            <a:off x="4349750" y="3491275"/>
            <a:ext cx="4000500" cy="515650"/>
          </a:xfrm>
          <a:prstGeom prst="snip1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4349750" y="3491275"/>
            <a:ext cx="4000500" cy="461665"/>
          </a:xfrm>
          <a:prstGeom prst="rect">
            <a:avLst/>
          </a:prstGeom>
          <a:noFill/>
        </p:spPr>
        <p:txBody>
          <a:bodyPr wrap="square" rtlCol="0">
            <a:spAutoFit/>
          </a:bodyPr>
          <a:lstStyle/>
          <a:p>
            <a:pPr marL="342900" lvl="0" indent="-342900">
              <a:buFont typeface="Arial" panose="020B0604020202020204" pitchFamily="34" charset="0"/>
              <a:buChar char="•"/>
            </a:pPr>
            <a:r>
              <a:rPr lang="vi-VN" sz="2400" dirty="0">
                <a:latin typeface="Calibri" panose="020F0502020204030204" pitchFamily="34" charset="0"/>
                <a:ea typeface="Calibri" panose="020F0502020204030204" pitchFamily="34" charset="0"/>
                <a:cs typeface="Calibri" panose="020F0502020204030204" pitchFamily="34" charset="0"/>
              </a:rPr>
              <a:t>Kết luận – Hướng phát triển</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34" name="Flowchart: Off-page Connector 33"/>
          <p:cNvSpPr/>
          <p:nvPr/>
        </p:nvSpPr>
        <p:spPr>
          <a:xfrm>
            <a:off x="3780790" y="656575"/>
            <a:ext cx="568960" cy="631190"/>
          </a:xfrm>
          <a:prstGeom prst="flowChartOffpage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3881120" y="657218"/>
            <a:ext cx="320568" cy="523220"/>
          </a:xfrm>
          <a:prstGeom prst="rect">
            <a:avLst/>
          </a:prstGeom>
          <a:noFill/>
        </p:spPr>
        <p:txBody>
          <a:bodyPr wrap="square" rtlCol="0">
            <a:spAutoFit/>
          </a:bodyPr>
          <a:lstStyle/>
          <a:p>
            <a:r>
              <a:rPr lang="en-US" sz="2800" dirty="0" smtClean="0">
                <a:solidFill>
                  <a:schemeClr val="accent3"/>
                </a:solidFill>
              </a:rPr>
              <a:t>1</a:t>
            </a:r>
            <a:endParaRPr lang="en-US" sz="2800" dirty="0">
              <a:solidFill>
                <a:schemeClr val="accent3"/>
              </a:solidFill>
            </a:endParaRPr>
          </a:p>
        </p:txBody>
      </p:sp>
      <p:sp>
        <p:nvSpPr>
          <p:cNvPr id="36" name="Snip Single Corner Rectangle 35"/>
          <p:cNvSpPr/>
          <p:nvPr/>
        </p:nvSpPr>
        <p:spPr>
          <a:xfrm>
            <a:off x="4349750" y="656575"/>
            <a:ext cx="4000500" cy="515650"/>
          </a:xfrm>
          <a:prstGeom prst="snip1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4349750" y="656575"/>
            <a:ext cx="3571504" cy="461665"/>
          </a:xfrm>
          <a:prstGeom prst="rect">
            <a:avLst/>
          </a:prstGeom>
          <a:noFill/>
        </p:spPr>
        <p:txBody>
          <a:bodyPr wrap="square" rtlCol="0">
            <a:spAutoFit/>
          </a:bodyPr>
          <a:lstStyle/>
          <a:p>
            <a:pPr marL="342900" lvl="0" indent="-342900">
              <a:buFont typeface="Arial" panose="020B0604020202020204" pitchFamily="34" charset="0"/>
              <a:buChar char="•"/>
            </a:pPr>
            <a:r>
              <a:rPr lang="vi-VN" sz="2400" dirty="0">
                <a:latin typeface="Calibri" panose="020F0502020204030204" pitchFamily="34" charset="0"/>
                <a:ea typeface="Calibri" panose="020F0502020204030204" pitchFamily="34" charset="0"/>
                <a:cs typeface="Calibri" panose="020F0502020204030204" pitchFamily="34" charset="0"/>
              </a:rPr>
              <a:t>Giới thiệu</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40" name="TextBox 39"/>
          <p:cNvSpPr txBox="1"/>
          <p:nvPr/>
        </p:nvSpPr>
        <p:spPr>
          <a:xfrm>
            <a:off x="3881120" y="1334472"/>
            <a:ext cx="320568" cy="523220"/>
          </a:xfrm>
          <a:prstGeom prst="rect">
            <a:avLst/>
          </a:prstGeom>
          <a:noFill/>
        </p:spPr>
        <p:txBody>
          <a:bodyPr wrap="square" rtlCol="0">
            <a:spAutoFit/>
          </a:bodyPr>
          <a:lstStyle/>
          <a:p>
            <a:r>
              <a:rPr lang="en-US" sz="2800" dirty="0">
                <a:solidFill>
                  <a:schemeClr val="accent3"/>
                </a:solidFill>
              </a:rPr>
              <a:t>2</a:t>
            </a:r>
            <a:endParaRPr lang="en-US" sz="2800" dirty="0">
              <a:solidFill>
                <a:schemeClr val="accent3"/>
              </a:solidFill>
            </a:endParaRPr>
          </a:p>
        </p:txBody>
      </p:sp>
      <p:sp>
        <p:nvSpPr>
          <p:cNvPr id="41" name="TextBox 40"/>
          <p:cNvSpPr txBox="1"/>
          <p:nvPr/>
        </p:nvSpPr>
        <p:spPr>
          <a:xfrm>
            <a:off x="3881120" y="2042195"/>
            <a:ext cx="320568" cy="523220"/>
          </a:xfrm>
          <a:prstGeom prst="rect">
            <a:avLst/>
          </a:prstGeom>
          <a:noFill/>
        </p:spPr>
        <p:txBody>
          <a:bodyPr wrap="square" rtlCol="0">
            <a:spAutoFit/>
          </a:bodyPr>
          <a:lstStyle/>
          <a:p>
            <a:r>
              <a:rPr lang="en-US" sz="2800" dirty="0">
                <a:solidFill>
                  <a:schemeClr val="accent3"/>
                </a:solidFill>
              </a:rPr>
              <a:t>3</a:t>
            </a:r>
            <a:endParaRPr lang="en-US" sz="2800" dirty="0">
              <a:solidFill>
                <a:schemeClr val="accent3"/>
              </a:solidFill>
            </a:endParaRPr>
          </a:p>
        </p:txBody>
      </p:sp>
      <p:sp>
        <p:nvSpPr>
          <p:cNvPr id="42" name="TextBox 41"/>
          <p:cNvSpPr txBox="1"/>
          <p:nvPr/>
        </p:nvSpPr>
        <p:spPr>
          <a:xfrm>
            <a:off x="3877417" y="2745740"/>
            <a:ext cx="320568" cy="523220"/>
          </a:xfrm>
          <a:prstGeom prst="rect">
            <a:avLst/>
          </a:prstGeom>
          <a:noFill/>
        </p:spPr>
        <p:txBody>
          <a:bodyPr wrap="square" rtlCol="0">
            <a:spAutoFit/>
          </a:bodyPr>
          <a:lstStyle/>
          <a:p>
            <a:r>
              <a:rPr lang="en-US" sz="2800" dirty="0">
                <a:solidFill>
                  <a:schemeClr val="accent3"/>
                </a:solidFill>
              </a:rPr>
              <a:t>4</a:t>
            </a:r>
            <a:endParaRPr lang="en-US" sz="2800" dirty="0">
              <a:solidFill>
                <a:schemeClr val="accent3"/>
              </a:solidFill>
            </a:endParaRPr>
          </a:p>
        </p:txBody>
      </p:sp>
      <p:sp>
        <p:nvSpPr>
          <p:cNvPr id="43" name="TextBox 42"/>
          <p:cNvSpPr txBox="1"/>
          <p:nvPr/>
        </p:nvSpPr>
        <p:spPr>
          <a:xfrm>
            <a:off x="3874135" y="3460497"/>
            <a:ext cx="320568" cy="523220"/>
          </a:xfrm>
          <a:prstGeom prst="rect">
            <a:avLst/>
          </a:prstGeom>
          <a:noFill/>
        </p:spPr>
        <p:txBody>
          <a:bodyPr wrap="square" rtlCol="0">
            <a:spAutoFit/>
          </a:bodyPr>
          <a:lstStyle/>
          <a:p>
            <a:r>
              <a:rPr lang="en-US" sz="2800" dirty="0">
                <a:solidFill>
                  <a:schemeClr val="accent3"/>
                </a:solidFill>
              </a:rPr>
              <a:t>5</a:t>
            </a:r>
            <a:endParaRPr lang="en-US" sz="2800" dirty="0">
              <a:solidFill>
                <a:schemeClr val="accent3"/>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36"/>
          <p:cNvSpPr txBox="1">
            <a:spLocks noGrp="1"/>
          </p:cNvSpPr>
          <p:nvPr>
            <p:ph type="title"/>
          </p:nvPr>
        </p:nvSpPr>
        <p:spPr>
          <a:xfrm>
            <a:off x="715100" y="298450"/>
            <a:ext cx="4046700" cy="64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b="1" dirty="0" smtClean="0">
                <a:latin typeface="Calibri" panose="020F0502020204030204" pitchFamily="34" charset="0"/>
                <a:cs typeface="Calibri" panose="020F0502020204030204" pitchFamily="34" charset="0"/>
              </a:rPr>
              <a:t>GIỚI THIỆU</a:t>
            </a:r>
            <a:endParaRPr sz="4000" b="1" dirty="0">
              <a:latin typeface="Calibri" panose="020F0502020204030204" pitchFamily="34" charset="0"/>
              <a:cs typeface="Calibri" panose="020F0502020204030204" pitchFamily="34" charset="0"/>
            </a:endParaRPr>
          </a:p>
        </p:txBody>
      </p:sp>
      <p:sp>
        <p:nvSpPr>
          <p:cNvPr id="7" name="Rectangle 6"/>
          <p:cNvSpPr/>
          <p:nvPr/>
        </p:nvSpPr>
        <p:spPr>
          <a:xfrm>
            <a:off x="715100" y="946150"/>
            <a:ext cx="2225994" cy="553998"/>
          </a:xfrm>
          <a:prstGeom prst="rect">
            <a:avLst/>
          </a:prstGeom>
        </p:spPr>
        <p:txBody>
          <a:bodyPr wrap="none">
            <a:spAutoFit/>
          </a:bodyPr>
          <a:lstStyle/>
          <a:p>
            <a:pPr algn="just">
              <a:lnSpc>
                <a:spcPct val="150000"/>
              </a:lnSpc>
              <a:buClr>
                <a:srgbClr val="E58C09"/>
              </a:buClr>
              <a:buSzPct val="100000"/>
            </a:pP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Mục</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tiêu</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của</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đề</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tài</a:t>
            </a:r>
            <a:endParaRPr lang="en-US" sz="20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p:cNvSpPr/>
          <p:nvPr/>
        </p:nvSpPr>
        <p:spPr>
          <a:xfrm>
            <a:off x="715100" y="1764268"/>
            <a:ext cx="8066950" cy="1200329"/>
          </a:xfrm>
          <a:prstGeom prst="rect">
            <a:avLst/>
          </a:prstGeom>
        </p:spPr>
        <p:txBody>
          <a:bodyPr wrap="square">
            <a:spAutoFit/>
          </a:bodyPr>
          <a:lstStyle/>
          <a:p>
            <a:pPr marL="228600" indent="-228600" algn="just">
              <a:lnSpc>
                <a:spcPct val="150000"/>
              </a:lnSpc>
              <a:buClr>
                <a:srgbClr val="E58C09"/>
              </a:buClr>
              <a:buSzPct val="100000"/>
              <a:buFont typeface="Wingdings" panose="05000000000000000000" pitchFamily="2" charset="2"/>
              <a:buChar char="Ø"/>
            </a:pPr>
            <a:r>
              <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Tìm hiểu công nghệ, xây dựng trên nền tảng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Laravel</a:t>
            </a:r>
            <a:r>
              <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28600" indent="-228600" algn="just">
              <a:lnSpc>
                <a:spcPct val="150000"/>
              </a:lnSpc>
              <a:buClr>
                <a:srgbClr val="E58C09"/>
              </a:buClr>
              <a:buSzPct val="100000"/>
              <a:buFont typeface="Wingdings" panose="05000000000000000000" pitchFamily="2" charset="2"/>
              <a:buChar char="Ø"/>
            </a:pPr>
            <a:r>
              <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Xây dựng được một </a:t>
            </a:r>
            <a:r>
              <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website</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quản</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lý</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cập</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nhật</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và</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đánh</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giá</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các</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thay</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đổi</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của</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đề</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cường chi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tiết</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của</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chương</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trình</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đào</a:t>
            </a:r>
            <a:r>
              <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tạo</a:t>
            </a:r>
            <a:r>
              <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36"/>
          <p:cNvSpPr txBox="1">
            <a:spLocks noGrp="1"/>
          </p:cNvSpPr>
          <p:nvPr>
            <p:ph type="title"/>
          </p:nvPr>
        </p:nvSpPr>
        <p:spPr>
          <a:xfrm>
            <a:off x="715100" y="298450"/>
            <a:ext cx="4046700" cy="64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b="1" dirty="0" smtClean="0">
                <a:latin typeface="Calibri" panose="020F0502020204030204" pitchFamily="34" charset="0"/>
                <a:cs typeface="Calibri" panose="020F0502020204030204" pitchFamily="34" charset="0"/>
              </a:rPr>
              <a:t>GIỚI THIỆU</a:t>
            </a:r>
            <a:endParaRPr sz="4000" b="1" dirty="0">
              <a:latin typeface="Calibri" panose="020F0502020204030204" pitchFamily="34" charset="0"/>
              <a:cs typeface="Calibri" panose="020F0502020204030204" pitchFamily="34" charset="0"/>
            </a:endParaRPr>
          </a:p>
        </p:txBody>
      </p:sp>
      <p:sp>
        <p:nvSpPr>
          <p:cNvPr id="7" name="Rectangle 6"/>
          <p:cNvSpPr/>
          <p:nvPr/>
        </p:nvSpPr>
        <p:spPr>
          <a:xfrm>
            <a:off x="715100" y="946150"/>
            <a:ext cx="1284582" cy="506292"/>
          </a:xfrm>
          <a:prstGeom prst="rect">
            <a:avLst/>
          </a:prstGeom>
        </p:spPr>
        <p:txBody>
          <a:bodyPr wrap="none">
            <a:spAutoFit/>
          </a:bodyPr>
          <a:lstStyle/>
          <a:p>
            <a:pPr algn="just">
              <a:lnSpc>
                <a:spcPct val="150000"/>
              </a:lnSpc>
              <a:buClr>
                <a:srgbClr val="E58C09"/>
              </a:buClr>
              <a:buSzPct val="100000"/>
            </a:pP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Tổng</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quan</a:t>
            </a:r>
            <a:endParaRPr lang="en-US" sz="20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Rectangle 1"/>
          <p:cNvSpPr/>
          <p:nvPr/>
        </p:nvSpPr>
        <p:spPr>
          <a:xfrm>
            <a:off x="556350" y="1452442"/>
            <a:ext cx="8308250" cy="3262432"/>
          </a:xfrm>
          <a:prstGeom prst="rect">
            <a:avLst/>
          </a:prstGeom>
        </p:spPr>
        <p:txBody>
          <a:bodyPr wrap="square">
            <a:spAutoFit/>
          </a:bodyPr>
          <a:lstStyle/>
          <a:p>
            <a:pPr marL="228600" indent="-228600" algn="just">
              <a:lnSpc>
                <a:spcPct val="150000"/>
              </a:lnSpc>
              <a:buClr>
                <a:srgbClr val="E58C09"/>
              </a:buClr>
              <a:buSzPct val="100000"/>
              <a:buFont typeface="Wingdings" panose="05000000000000000000" pitchFamily="2" charset="2"/>
              <a:buChar char="Ø"/>
            </a:pPr>
            <a:r>
              <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Laravel là một framework PHP mã nguồn mở được phát triển bởi Taylor Otwell vào năm 2011. Laravel được thiết kế nhằm đơn giản hóa quy trình phát triển ứng dụng web. Với cấu trúc rõ ràng và tính năng mạnh mẽ, Laravel giúp lập trình viên dễ dàng xây dựng và duy trì các ứng dụng web phức tạp</a:t>
            </a:r>
            <a:r>
              <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sz="1600"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28600" indent="-228600" algn="just">
              <a:lnSpc>
                <a:spcPct val="150000"/>
              </a:lnSpc>
              <a:buClr>
                <a:srgbClr val="E58C09"/>
              </a:buClr>
              <a:buSzPct val="100000"/>
              <a:buFont typeface="Wingdings" panose="05000000000000000000" pitchFamily="2" charset="2"/>
              <a:buChar char="Ø"/>
            </a:pPr>
            <a:r>
              <a:rPr lang="vi-VN" sz="1600" kern="1200" dirty="0">
                <a:solidFill>
                  <a:schemeClr val="tx1"/>
                </a:solidFill>
                <a:latin typeface="Calibri" panose="020F0502020204030204" pitchFamily="34" charset="0"/>
                <a:ea typeface="Calibri" panose="020F0502020204030204" pitchFamily="34" charset="0"/>
                <a:cs typeface="Calibri" panose="020F0502020204030204" pitchFamily="34" charset="0"/>
              </a:rPr>
              <a:t>MySQL là một hệ quản trị cơ sở dữ liệu mã nguồn mở rất phổ biến, được sử dụng rộng rãi trong phát triển web. MySQL có khả năng lưu trữ và quản lý dữ liệu với hiệu suất cao, an toàn và linh hoạt. Hệ thống này hỗ trợ ngôn ngữ truy vấn SQL giúp người dùng dễ dàng tương tác với dữ liệu.</a:t>
            </a:r>
          </a:p>
          <a:p>
            <a:pPr algn="just"/>
            <a:endParaRPr lang="en-US" dirty="0"/>
          </a:p>
        </p:txBody>
      </p:sp>
    </p:spTree>
    <p:extLst>
      <p:ext uri="{BB962C8B-B14F-4D97-AF65-F5344CB8AC3E}">
        <p14:creationId xmlns:p14="http://schemas.microsoft.com/office/powerpoint/2010/main" val="487119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36"/>
          <p:cNvSpPr txBox="1">
            <a:spLocks noGrp="1"/>
          </p:cNvSpPr>
          <p:nvPr>
            <p:ph type="title"/>
          </p:nvPr>
        </p:nvSpPr>
        <p:spPr>
          <a:xfrm>
            <a:off x="715100" y="298450"/>
            <a:ext cx="4046700" cy="64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b="1" dirty="0" smtClean="0">
                <a:latin typeface="Calibri" panose="020F0502020204030204" pitchFamily="34" charset="0"/>
                <a:cs typeface="Calibri" panose="020F0502020204030204" pitchFamily="34" charset="0"/>
              </a:rPr>
              <a:t>CƠ SỞ LÝ THUYẾT</a:t>
            </a:r>
            <a:endParaRPr sz="4000" b="1" dirty="0">
              <a:latin typeface="Calibri" panose="020F0502020204030204" pitchFamily="34" charset="0"/>
              <a:cs typeface="Calibri" panose="020F0502020204030204" pitchFamily="34" charset="0"/>
            </a:endParaRPr>
          </a:p>
        </p:txBody>
      </p:sp>
      <p:grpSp>
        <p:nvGrpSpPr>
          <p:cNvPr id="3" name="Group 2">
            <a:extLst>
              <a:ext uri="{FF2B5EF4-FFF2-40B4-BE49-F238E27FC236}">
                <a16:creationId xmlns:a16="http://schemas.microsoft.com/office/drawing/2014/main" xmlns="" id="{AC12B439-66C2-AEF1-FCAF-76A14DA51C25}"/>
              </a:ext>
            </a:extLst>
          </p:cNvPr>
          <p:cNvGrpSpPr/>
          <p:nvPr/>
        </p:nvGrpSpPr>
        <p:grpSpPr>
          <a:xfrm>
            <a:off x="628650" y="2641438"/>
            <a:ext cx="2205990" cy="538254"/>
            <a:chOff x="708660" y="3399516"/>
            <a:chExt cx="2205990" cy="538254"/>
          </a:xfrm>
        </p:grpSpPr>
        <p:sp>
          <p:nvSpPr>
            <p:cNvPr id="4" name="Content Placeholder 12">
              <a:extLst>
                <a:ext uri="{FF2B5EF4-FFF2-40B4-BE49-F238E27FC236}">
                  <a16:creationId xmlns:a16="http://schemas.microsoft.com/office/drawing/2014/main" xmlns="" id="{9A5C43F4-10EE-6939-B870-1904DBF62AC6}"/>
                </a:ext>
              </a:extLst>
            </p:cNvPr>
            <p:cNvSpPr txBox="1">
              <a:spLocks/>
            </p:cNvSpPr>
            <p:nvPr/>
          </p:nvSpPr>
          <p:spPr>
            <a:xfrm>
              <a:off x="708660" y="3399516"/>
              <a:ext cx="2205990" cy="511314"/>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nSpc>
                  <a:spcPct val="100000"/>
                </a:lnSpc>
                <a:buNone/>
              </a:pPr>
              <a:r>
                <a:rPr lang="vi-VN" sz="2800" b="1">
                  <a:latin typeface="Calibri" panose="020F0502020204030204" pitchFamily="34" charset="0"/>
                  <a:ea typeface="Calibri" panose="020F0502020204030204" pitchFamily="34" charset="0"/>
                  <a:cs typeface="Calibri" panose="020F0502020204030204" pitchFamily="34" charset="0"/>
                </a:rPr>
                <a:t>Backend</a:t>
              </a:r>
              <a:endParaRPr lang="en-US" sz="2800" b="1" dirty="0">
                <a:latin typeface="Calibri" panose="020F0502020204030204" pitchFamily="34" charset="0"/>
                <a:ea typeface="Calibri" panose="020F0502020204030204" pitchFamily="34" charset="0"/>
                <a:cs typeface="Calibri" panose="020F0502020204030204" pitchFamily="34" charset="0"/>
              </a:endParaRPr>
            </a:p>
          </p:txBody>
        </p:sp>
        <p:cxnSp>
          <p:nvCxnSpPr>
            <p:cNvPr id="5" name="Straight Connector 4">
              <a:extLst>
                <a:ext uri="{FF2B5EF4-FFF2-40B4-BE49-F238E27FC236}">
                  <a16:creationId xmlns:a16="http://schemas.microsoft.com/office/drawing/2014/main" xmlns="" id="{1F2394FB-4E00-A338-8EE0-B9B614DC3800}"/>
                </a:ext>
              </a:extLst>
            </p:cNvPr>
            <p:cNvCxnSpPr>
              <a:cxnSpLocks/>
            </p:cNvCxnSpPr>
            <p:nvPr/>
          </p:nvCxnSpPr>
          <p:spPr>
            <a:xfrm>
              <a:off x="708660" y="3937770"/>
              <a:ext cx="2057400" cy="0"/>
            </a:xfrm>
            <a:prstGeom prst="line">
              <a:avLst/>
            </a:prstGeom>
          </p:spPr>
          <p:style>
            <a:lnRef idx="2">
              <a:schemeClr val="accent2"/>
            </a:lnRef>
            <a:fillRef idx="0">
              <a:schemeClr val="accent2"/>
            </a:fillRef>
            <a:effectRef idx="1">
              <a:schemeClr val="accent2"/>
            </a:effectRef>
            <a:fontRef idx="minor">
              <a:schemeClr val="tx1"/>
            </a:fontRef>
          </p:style>
        </p:cxnSp>
      </p:grpSp>
      <p:pic>
        <p:nvPicPr>
          <p:cNvPr id="7" name="Picture 6" descr="Laravel&quot; Icon - Download for free – Iconduck">
            <a:extLst>
              <a:ext uri="{FF2B5EF4-FFF2-40B4-BE49-F238E27FC236}">
                <a16:creationId xmlns:a16="http://schemas.microsoft.com/office/drawing/2014/main" xmlns="" id="{F86E6DE7-8C72-266A-4B16-6F5ABF518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9801" y="2322857"/>
            <a:ext cx="976206" cy="9289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a:extLst>
              <a:ext uri="{FF2B5EF4-FFF2-40B4-BE49-F238E27FC236}">
                <a16:creationId xmlns:a16="http://schemas.microsoft.com/office/drawing/2014/main" xmlns="" id="{7E39764A-3052-07F5-985C-A526D8E8CE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2458" y="3777643"/>
            <a:ext cx="1365341" cy="705368"/>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xmlns="" id="{76981F83-AA4D-8A32-E73F-6C7DD6589887}"/>
              </a:ext>
            </a:extLst>
          </p:cNvPr>
          <p:cNvGrpSpPr/>
          <p:nvPr/>
        </p:nvGrpSpPr>
        <p:grpSpPr>
          <a:xfrm>
            <a:off x="628650" y="3975148"/>
            <a:ext cx="2205990" cy="511314"/>
            <a:chOff x="723900" y="5051286"/>
            <a:chExt cx="2205990" cy="511314"/>
          </a:xfrm>
        </p:grpSpPr>
        <p:sp>
          <p:nvSpPr>
            <p:cNvPr id="11" name="Content Placeholder 12">
              <a:extLst>
                <a:ext uri="{FF2B5EF4-FFF2-40B4-BE49-F238E27FC236}">
                  <a16:creationId xmlns:a16="http://schemas.microsoft.com/office/drawing/2014/main" xmlns="" id="{36634158-269E-BCA6-4DA8-E5EB26403EC2}"/>
                </a:ext>
              </a:extLst>
            </p:cNvPr>
            <p:cNvSpPr txBox="1">
              <a:spLocks/>
            </p:cNvSpPr>
            <p:nvPr/>
          </p:nvSpPr>
          <p:spPr>
            <a:xfrm>
              <a:off x="723900" y="5051286"/>
              <a:ext cx="2205990" cy="511314"/>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nSpc>
                  <a:spcPct val="100000"/>
                </a:lnSpc>
                <a:buNone/>
              </a:pPr>
              <a:r>
                <a:rPr lang="vi-VN" sz="2800" b="1" dirty="0">
                  <a:latin typeface="Calibri" panose="020F0502020204030204" pitchFamily="34" charset="0"/>
                  <a:ea typeface="Calibri" panose="020F0502020204030204" pitchFamily="34" charset="0"/>
                  <a:cs typeface="Calibri" panose="020F0502020204030204" pitchFamily="34" charset="0"/>
                </a:rPr>
                <a:t>Cơ sở dữ liệu</a:t>
              </a:r>
              <a:endParaRPr lang="en-US" sz="2800" b="1" dirty="0">
                <a:latin typeface="Calibri" panose="020F0502020204030204" pitchFamily="34" charset="0"/>
                <a:ea typeface="Calibri" panose="020F0502020204030204" pitchFamily="34" charset="0"/>
                <a:cs typeface="Calibri" panose="020F0502020204030204" pitchFamily="34" charset="0"/>
              </a:endParaRPr>
            </a:p>
          </p:txBody>
        </p:sp>
        <p:cxnSp>
          <p:nvCxnSpPr>
            <p:cNvPr id="12" name="Straight Connector 11">
              <a:extLst>
                <a:ext uri="{FF2B5EF4-FFF2-40B4-BE49-F238E27FC236}">
                  <a16:creationId xmlns:a16="http://schemas.microsoft.com/office/drawing/2014/main" xmlns="" id="{194318ED-6ACE-37D2-85D3-0F0D86BEA6D7}"/>
                </a:ext>
              </a:extLst>
            </p:cNvPr>
            <p:cNvCxnSpPr>
              <a:cxnSpLocks/>
            </p:cNvCxnSpPr>
            <p:nvPr/>
          </p:nvCxnSpPr>
          <p:spPr>
            <a:xfrm>
              <a:off x="723900" y="5559149"/>
              <a:ext cx="2057400" cy="0"/>
            </a:xfrm>
            <a:prstGeom prst="line">
              <a:avLst/>
            </a:prstGeom>
          </p:spPr>
          <p:style>
            <a:lnRef idx="2">
              <a:schemeClr val="accent2"/>
            </a:lnRef>
            <a:fillRef idx="0">
              <a:schemeClr val="accent2"/>
            </a:fillRef>
            <a:effectRef idx="1">
              <a:schemeClr val="accent2"/>
            </a:effectRef>
            <a:fontRef idx="minor">
              <a:schemeClr val="tx1"/>
            </a:fontRef>
          </p:style>
        </p:cxnSp>
      </p:grpSp>
      <p:grpSp>
        <p:nvGrpSpPr>
          <p:cNvPr id="13" name="Group 12">
            <a:extLst>
              <a:ext uri="{FF2B5EF4-FFF2-40B4-BE49-F238E27FC236}">
                <a16:creationId xmlns:a16="http://schemas.microsoft.com/office/drawing/2014/main" xmlns="" id="{0AF96F36-EAB8-2044-D766-CF292B5D1D99}"/>
              </a:ext>
            </a:extLst>
          </p:cNvPr>
          <p:cNvGrpSpPr/>
          <p:nvPr/>
        </p:nvGrpSpPr>
        <p:grpSpPr>
          <a:xfrm>
            <a:off x="628650" y="1276576"/>
            <a:ext cx="2205990" cy="538254"/>
            <a:chOff x="723900" y="1747746"/>
            <a:chExt cx="2205990" cy="538254"/>
          </a:xfrm>
        </p:grpSpPr>
        <p:sp>
          <p:nvSpPr>
            <p:cNvPr id="14" name="Content Placeholder 12">
              <a:extLst>
                <a:ext uri="{FF2B5EF4-FFF2-40B4-BE49-F238E27FC236}">
                  <a16:creationId xmlns:a16="http://schemas.microsoft.com/office/drawing/2014/main" xmlns="" id="{1AA2DD29-1002-040B-D3BB-B8C79B8903AC}"/>
                </a:ext>
              </a:extLst>
            </p:cNvPr>
            <p:cNvSpPr txBox="1">
              <a:spLocks/>
            </p:cNvSpPr>
            <p:nvPr/>
          </p:nvSpPr>
          <p:spPr>
            <a:xfrm>
              <a:off x="723900" y="1747746"/>
              <a:ext cx="2205990" cy="511314"/>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nSpc>
                  <a:spcPct val="100000"/>
                </a:lnSpc>
                <a:buNone/>
              </a:pPr>
              <a:r>
                <a:rPr lang="vi-VN" sz="2800" b="1">
                  <a:latin typeface="Calibri" panose="020F0502020204030204" pitchFamily="34" charset="0"/>
                  <a:ea typeface="Calibri" panose="020F0502020204030204" pitchFamily="34" charset="0"/>
                  <a:cs typeface="Calibri" panose="020F0502020204030204" pitchFamily="34" charset="0"/>
                </a:rPr>
                <a:t>Frontend</a:t>
              </a:r>
              <a:endParaRPr lang="en-US" sz="2800" b="1" dirty="0">
                <a:latin typeface="Calibri" panose="020F0502020204030204" pitchFamily="34" charset="0"/>
                <a:ea typeface="Calibri" panose="020F0502020204030204" pitchFamily="34" charset="0"/>
                <a:cs typeface="Calibri" panose="020F0502020204030204" pitchFamily="34" charset="0"/>
              </a:endParaRPr>
            </a:p>
          </p:txBody>
        </p:sp>
        <p:cxnSp>
          <p:nvCxnSpPr>
            <p:cNvPr id="15" name="Straight Connector 14">
              <a:extLst>
                <a:ext uri="{FF2B5EF4-FFF2-40B4-BE49-F238E27FC236}">
                  <a16:creationId xmlns:a16="http://schemas.microsoft.com/office/drawing/2014/main" xmlns="" id="{0D97EDE9-C608-1799-4E8D-311E753EE0BA}"/>
                </a:ext>
              </a:extLst>
            </p:cNvPr>
            <p:cNvCxnSpPr>
              <a:cxnSpLocks/>
            </p:cNvCxnSpPr>
            <p:nvPr/>
          </p:nvCxnSpPr>
          <p:spPr>
            <a:xfrm>
              <a:off x="762000" y="2286000"/>
              <a:ext cx="2057400" cy="0"/>
            </a:xfrm>
            <a:prstGeom prst="line">
              <a:avLst/>
            </a:prstGeom>
          </p:spPr>
          <p:style>
            <a:lnRef idx="2">
              <a:schemeClr val="accent2"/>
            </a:lnRef>
            <a:fillRef idx="0">
              <a:schemeClr val="accent2"/>
            </a:fillRef>
            <a:effectRef idx="1">
              <a:schemeClr val="accent2"/>
            </a:effectRef>
            <a:fontRef idx="minor">
              <a:schemeClr val="tx1"/>
            </a:fontRef>
          </p:style>
        </p:cxnSp>
      </p:grpSp>
      <p:grpSp>
        <p:nvGrpSpPr>
          <p:cNvPr id="16" name="Group 15">
            <a:extLst>
              <a:ext uri="{FF2B5EF4-FFF2-40B4-BE49-F238E27FC236}">
                <a16:creationId xmlns:a16="http://schemas.microsoft.com/office/drawing/2014/main" xmlns="" id="{43F7C155-A5CB-7A6B-A35A-290B302847A4}"/>
              </a:ext>
            </a:extLst>
          </p:cNvPr>
          <p:cNvGrpSpPr/>
          <p:nvPr/>
        </p:nvGrpSpPr>
        <p:grpSpPr>
          <a:xfrm>
            <a:off x="3439801" y="1085124"/>
            <a:ext cx="3863900" cy="775426"/>
            <a:chOff x="6630821" y="1507793"/>
            <a:chExt cx="3872805" cy="914400"/>
          </a:xfrm>
        </p:grpSpPr>
        <p:pic>
          <p:nvPicPr>
            <p:cNvPr id="17" name="Picture 26" descr="Download HTML5 Logo PNG, Free Transparent HTML5 Images - Free Transparent  PNG Logos">
              <a:extLst>
                <a:ext uri="{FF2B5EF4-FFF2-40B4-BE49-F238E27FC236}">
                  <a16:creationId xmlns:a16="http://schemas.microsoft.com/office/drawing/2014/main" xmlns="" id="{177FEFB2-56FC-97EA-7B0F-96E1C1544DF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72548"/>
            <a:stretch/>
          </p:blipFill>
          <p:spPr bwMode="auto">
            <a:xfrm>
              <a:off x="6630821" y="1507793"/>
              <a:ext cx="557032" cy="9144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6" descr="Download HTML5 Logo PNG, Free Transparent HTML5 Images - Free Transparent  PNG Logos">
              <a:extLst>
                <a:ext uri="{FF2B5EF4-FFF2-40B4-BE49-F238E27FC236}">
                  <a16:creationId xmlns:a16="http://schemas.microsoft.com/office/drawing/2014/main" xmlns="" id="{C62D6104-AEC8-0F20-FA01-E1CAF2B33A6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0301"/>
            <a:stretch/>
          </p:blipFill>
          <p:spPr bwMode="auto">
            <a:xfrm>
              <a:off x="9901009" y="1507793"/>
              <a:ext cx="60261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6" descr="Download HTML5 Logo PNG, Free Transparent HTML5 Images - Free Transparent  PNG Logos">
              <a:extLst>
                <a:ext uri="{FF2B5EF4-FFF2-40B4-BE49-F238E27FC236}">
                  <a16:creationId xmlns:a16="http://schemas.microsoft.com/office/drawing/2014/main" xmlns="" id="{5FD3D4AD-9419-A758-88E4-08EE1E76B00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4726" r="34708"/>
            <a:stretch/>
          </p:blipFill>
          <p:spPr bwMode="auto">
            <a:xfrm>
              <a:off x="8295192" y="1507793"/>
              <a:ext cx="620208" cy="914400"/>
            </a:xfrm>
            <a:prstGeom prst="rect">
              <a:avLst/>
            </a:prstGeom>
            <a:noFill/>
            <a:extLst>
              <a:ext uri="{909E8E84-426E-40DD-AFC4-6F175D3DCCD1}">
                <a14:hiddenFill xmlns:a14="http://schemas.microsoft.com/office/drawing/2010/main">
                  <a:solidFill>
                    <a:srgbClr val="FFFFFF"/>
                  </a:solidFill>
                </a14:hiddenFill>
              </a:ext>
            </a:extLst>
          </p:spPr>
        </p:pic>
        <p:sp>
          <p:nvSpPr>
            <p:cNvPr id="20" name="Title 7">
              <a:extLst>
                <a:ext uri="{FF2B5EF4-FFF2-40B4-BE49-F238E27FC236}">
                  <a16:creationId xmlns:a16="http://schemas.microsoft.com/office/drawing/2014/main" xmlns="" id="{FF35477A-632D-C676-8E4B-AD9584673267}"/>
                </a:ext>
              </a:extLst>
            </p:cNvPr>
            <p:cNvSpPr txBox="1">
              <a:spLocks/>
            </p:cNvSpPr>
            <p:nvPr/>
          </p:nvSpPr>
          <p:spPr>
            <a:xfrm>
              <a:off x="7529120" y="1553513"/>
              <a:ext cx="487680" cy="822960"/>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100000"/>
                </a:lnSpc>
                <a:spcBef>
                  <a:spcPct val="0"/>
                </a:spcBef>
                <a:buNone/>
                <a:defRPr sz="4000" b="0" kern="1200" cap="all" spc="100" baseline="0">
                  <a:solidFill>
                    <a:schemeClr val="tx1">
                      <a:lumMod val="95000"/>
                      <a:lumOff val="5000"/>
                    </a:schemeClr>
                  </a:solidFill>
                  <a:latin typeface="+mj-lt"/>
                  <a:ea typeface="+mj-ea"/>
                  <a:cs typeface="+mj-cs"/>
                </a:defRPr>
              </a:lvl1pPr>
            </a:lstStyle>
            <a:p>
              <a:r>
                <a:rPr lang="vi-VN" sz="4800">
                  <a:latin typeface="Calibri" panose="020F0502020204030204" pitchFamily="34" charset="0"/>
                  <a:ea typeface="Calibri" panose="020F0502020204030204" pitchFamily="34" charset="0"/>
                  <a:cs typeface="Calibri" panose="020F0502020204030204" pitchFamily="34" charset="0"/>
                </a:rPr>
                <a:t>+</a:t>
              </a:r>
              <a:endParaRPr lang="en-US" sz="4800" dirty="0">
                <a:latin typeface="Calibri" panose="020F0502020204030204" pitchFamily="34" charset="0"/>
                <a:ea typeface="Calibri" panose="020F0502020204030204" pitchFamily="34" charset="0"/>
                <a:cs typeface="Calibri" panose="020F0502020204030204" pitchFamily="34" charset="0"/>
              </a:endParaRPr>
            </a:p>
          </p:txBody>
        </p:sp>
        <p:sp>
          <p:nvSpPr>
            <p:cNvPr id="21" name="Title 7">
              <a:extLst>
                <a:ext uri="{FF2B5EF4-FFF2-40B4-BE49-F238E27FC236}">
                  <a16:creationId xmlns:a16="http://schemas.microsoft.com/office/drawing/2014/main" xmlns="" id="{F84AC704-C65C-BD1F-6B0F-715653F67B8A}"/>
                </a:ext>
              </a:extLst>
            </p:cNvPr>
            <p:cNvSpPr txBox="1">
              <a:spLocks/>
            </p:cNvSpPr>
            <p:nvPr/>
          </p:nvSpPr>
          <p:spPr>
            <a:xfrm>
              <a:off x="9192341" y="1553513"/>
              <a:ext cx="487680" cy="822960"/>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100000"/>
                </a:lnSpc>
                <a:spcBef>
                  <a:spcPct val="0"/>
                </a:spcBef>
                <a:buNone/>
                <a:defRPr sz="4000" b="0" kern="1200" cap="all" spc="100" baseline="0">
                  <a:solidFill>
                    <a:schemeClr val="tx1">
                      <a:lumMod val="95000"/>
                      <a:lumOff val="5000"/>
                    </a:schemeClr>
                  </a:solidFill>
                  <a:latin typeface="+mj-lt"/>
                  <a:ea typeface="+mj-ea"/>
                  <a:cs typeface="+mj-cs"/>
                </a:defRPr>
              </a:lvl1pPr>
            </a:lstStyle>
            <a:p>
              <a:pPr algn="ctr"/>
              <a:r>
                <a:rPr lang="vi-VN" sz="4800">
                  <a:latin typeface="Calibri" panose="020F0502020204030204" pitchFamily="34" charset="0"/>
                  <a:ea typeface="Calibri" panose="020F0502020204030204" pitchFamily="34" charset="0"/>
                  <a:cs typeface="Calibri" panose="020F0502020204030204" pitchFamily="34" charset="0"/>
                </a:rPr>
                <a:t>+</a:t>
              </a:r>
              <a:endParaRPr lang="en-US" sz="4800"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24" name="Group 23">
            <a:extLst>
              <a:ext uri="{FF2B5EF4-FFF2-40B4-BE49-F238E27FC236}">
                <a16:creationId xmlns:a16="http://schemas.microsoft.com/office/drawing/2014/main" xmlns="" id="{8D0A449C-7AAB-A4EA-9780-473A3BF6A356}"/>
              </a:ext>
            </a:extLst>
          </p:cNvPr>
          <p:cNvGrpSpPr/>
          <p:nvPr/>
        </p:nvGrpSpPr>
        <p:grpSpPr>
          <a:xfrm>
            <a:off x="4482925" y="2632909"/>
            <a:ext cx="1630225" cy="721198"/>
            <a:chOff x="5303286" y="3447508"/>
            <a:chExt cx="1800566" cy="822960"/>
          </a:xfrm>
        </p:grpSpPr>
        <p:pic>
          <p:nvPicPr>
            <p:cNvPr id="25" name="Picture 24">
              <a:extLst>
                <a:ext uri="{FF2B5EF4-FFF2-40B4-BE49-F238E27FC236}">
                  <a16:creationId xmlns:a16="http://schemas.microsoft.com/office/drawing/2014/main" xmlns="" id="{E8E4B657-5998-E053-BA6A-9E20C75866C9}"/>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7273" b="92727" l="3268" r="97059">
                          <a14:foregroundMark x1="6863" y1="49091" x2="15359" y2="47879"/>
                          <a14:foregroundMark x1="41503" y1="9091" x2="52941" y2="9091"/>
                          <a14:foregroundMark x1="48039" y1="7273" x2="55229" y2="7273"/>
                          <a14:foregroundMark x1="91176" y1="41212" x2="91830" y2="59394"/>
                          <a14:foregroundMark x1="96732" y1="49091" x2="97059" y2="53939"/>
                          <a14:foregroundMark x1="51634" y1="93333" x2="58497" y2="89091"/>
                          <a14:foregroundMark x1="80719" y1="43636" x2="16667" y2="52121"/>
                          <a14:foregroundMark x1="19608" y1="40606" x2="35948" y2="38182"/>
                          <a14:foregroundMark x1="35948" y1="38182" x2="69281" y2="40606"/>
                          <a14:foregroundMark x1="69281" y1="40606" x2="48039" y2="64848"/>
                          <a14:foregroundMark x1="48039" y1="64848" x2="22876" y2="63030"/>
                          <a14:foregroundMark x1="22876" y1="63030" x2="66340" y2="33333"/>
                          <a14:foregroundMark x1="66340" y1="33333" x2="84314" y2="34545"/>
                          <a14:foregroundMark x1="84314" y1="34545" x2="23856" y2="56364"/>
                          <a14:foregroundMark x1="23856" y1="56364" x2="42484" y2="40606"/>
                          <a14:foregroundMark x1="42484" y1="40606" x2="79739" y2="69091"/>
                          <a14:foregroundMark x1="61438" y1="72727" x2="79739" y2="56970"/>
                          <a14:foregroundMark x1="79739" y1="56970" x2="83007" y2="44242"/>
                          <a14:foregroundMark x1="82026" y1="63030" x2="87582" y2="51515"/>
                          <a14:foregroundMark x1="82353" y1="63636" x2="75163" y2="31515"/>
                          <a14:foregroundMark x1="75163" y1="31515" x2="46078" y2="27879"/>
                          <a14:foregroundMark x1="46078" y1="27879" x2="50654" y2="33939"/>
                          <a14:foregroundMark x1="42484" y1="38788" x2="47386" y2="32727"/>
                          <a14:foregroundMark x1="3268" y1="54545" x2="3268" y2="47273"/>
                          <a14:foregroundMark x1="59150" y1="62424" x2="28758" y2="66061"/>
                          <a14:foregroundMark x1="28758" y1="66061" x2="47059" y2="50303"/>
                          <a14:foregroundMark x1="47059" y1="50303" x2="21569" y2="41818"/>
                          <a14:foregroundMark x1="21569" y1="41818" x2="58497" y2="60000"/>
                          <a14:foregroundMark x1="58497" y1="60000" x2="49673" y2="28485"/>
                          <a14:foregroundMark x1="49673" y1="28485" x2="33333" y2="61818"/>
                          <a14:foregroundMark x1="33333" y1="61818" x2="70261" y2="58788"/>
                          <a14:foregroundMark x1="70261" y1="58788" x2="87255" y2="47273"/>
                          <a14:foregroundMark x1="87255" y1="47273" x2="57190" y2="57576"/>
                          <a14:foregroundMark x1="57190" y1="57576" x2="29412" y2="81818"/>
                          <a14:foregroundMark x1="29412" y1="81818" x2="46078" y2="47273"/>
                          <a14:foregroundMark x1="46078" y1="47273" x2="44771" y2="59394"/>
                          <a14:foregroundMark x1="21242" y1="36364" x2="21895" y2="29697"/>
                          <a14:foregroundMark x1="39216" y1="32121" x2="39216" y2="32121"/>
                          <a14:foregroundMark x1="36928" y1="29091" x2="36928" y2="29091"/>
                          <a14:foregroundMark x1="48693" y1="15152" x2="48693" y2="15152"/>
                          <a14:foregroundMark x1="60784" y1="65455" x2="60784" y2="65455"/>
                          <a14:foregroundMark x1="59804" y1="75758" x2="59804" y2="75758"/>
                          <a14:foregroundMark x1="80065" y1="30303" x2="80065" y2="30303"/>
                          <a14:foregroundMark x1="16993" y1="72727" x2="16993" y2="72727"/>
                          <a14:foregroundMark x1="18627" y1="76970" x2="18627" y2="76970"/>
                        </a14:backgroundRemoval>
                      </a14:imgEffect>
                    </a14:imgLayer>
                  </a14:imgProps>
                </a:ext>
              </a:extLst>
            </a:blip>
            <a:stretch>
              <a:fillRect/>
            </a:stretch>
          </p:blipFill>
          <p:spPr>
            <a:xfrm>
              <a:off x="5600375" y="3606091"/>
              <a:ext cx="1078209" cy="581387"/>
            </a:xfrm>
            <a:prstGeom prst="rect">
              <a:avLst/>
            </a:prstGeom>
          </p:spPr>
        </p:pic>
        <p:sp>
          <p:nvSpPr>
            <p:cNvPr id="26" name="Title 7">
              <a:extLst>
                <a:ext uri="{FF2B5EF4-FFF2-40B4-BE49-F238E27FC236}">
                  <a16:creationId xmlns:a16="http://schemas.microsoft.com/office/drawing/2014/main" xmlns="" id="{344B40C7-93EE-A701-B1D7-71BB7F0EFD9F}"/>
                </a:ext>
              </a:extLst>
            </p:cNvPr>
            <p:cNvSpPr txBox="1">
              <a:spLocks/>
            </p:cNvSpPr>
            <p:nvPr/>
          </p:nvSpPr>
          <p:spPr>
            <a:xfrm>
              <a:off x="5303286" y="3447508"/>
              <a:ext cx="487680" cy="822960"/>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100000"/>
                </a:lnSpc>
                <a:spcBef>
                  <a:spcPct val="0"/>
                </a:spcBef>
                <a:buNone/>
                <a:defRPr sz="4000" b="0" kern="1200" cap="all" spc="100" baseline="0">
                  <a:solidFill>
                    <a:schemeClr val="tx1">
                      <a:lumMod val="95000"/>
                      <a:lumOff val="5000"/>
                    </a:schemeClr>
                  </a:solidFill>
                  <a:latin typeface="+mj-lt"/>
                  <a:ea typeface="+mj-ea"/>
                  <a:cs typeface="+mj-cs"/>
                </a:defRPr>
              </a:lvl1pPr>
            </a:lstStyle>
            <a:p>
              <a:r>
                <a:rPr lang="vi-VN" sz="4800">
                  <a:latin typeface="Calibri" panose="020F0502020204030204" pitchFamily="34" charset="0"/>
                  <a:ea typeface="Calibri" panose="020F0502020204030204" pitchFamily="34" charset="0"/>
                  <a:cs typeface="Calibri" panose="020F0502020204030204" pitchFamily="34" charset="0"/>
                </a:rPr>
                <a:t>(</a:t>
              </a:r>
              <a:endParaRPr lang="en-US" sz="4800" dirty="0">
                <a:latin typeface="Calibri" panose="020F0502020204030204" pitchFamily="34" charset="0"/>
                <a:ea typeface="Calibri" panose="020F0502020204030204" pitchFamily="34" charset="0"/>
                <a:cs typeface="Calibri" panose="020F0502020204030204" pitchFamily="34" charset="0"/>
              </a:endParaRPr>
            </a:p>
          </p:txBody>
        </p:sp>
        <p:sp>
          <p:nvSpPr>
            <p:cNvPr id="27" name="Title 7">
              <a:extLst>
                <a:ext uri="{FF2B5EF4-FFF2-40B4-BE49-F238E27FC236}">
                  <a16:creationId xmlns:a16="http://schemas.microsoft.com/office/drawing/2014/main" xmlns="" id="{E4FB2CA5-626F-EA45-6B4F-A561930B7E39}"/>
                </a:ext>
              </a:extLst>
            </p:cNvPr>
            <p:cNvSpPr txBox="1">
              <a:spLocks/>
            </p:cNvSpPr>
            <p:nvPr/>
          </p:nvSpPr>
          <p:spPr>
            <a:xfrm>
              <a:off x="6616172" y="3447508"/>
              <a:ext cx="487680" cy="822960"/>
            </a:xfrm>
            <a:prstGeom prst="rect">
              <a:avLst/>
            </a:prstGeom>
          </p:spPr>
          <p:txBody>
            <a:bodyPr vert="horz" lIns="91440" tIns="45720" rIns="91440" bIns="45720" rtlCol="0" anchor="t">
              <a:normAutofit fontScale="92500" lnSpcReduction="10000"/>
            </a:bodyPr>
            <a:lstStyle>
              <a:lvl1pPr algn="l" defTabSz="914400" rtl="0" eaLnBrk="1" latinLnBrk="0" hangingPunct="1">
                <a:lnSpc>
                  <a:spcPct val="100000"/>
                </a:lnSpc>
                <a:spcBef>
                  <a:spcPct val="0"/>
                </a:spcBef>
                <a:buNone/>
                <a:defRPr sz="4000" b="0" kern="1200" cap="all" spc="100" baseline="0">
                  <a:solidFill>
                    <a:schemeClr val="tx1">
                      <a:lumMod val="95000"/>
                      <a:lumOff val="5000"/>
                    </a:schemeClr>
                  </a:solidFill>
                  <a:latin typeface="+mj-lt"/>
                  <a:ea typeface="+mj-ea"/>
                  <a:cs typeface="+mj-cs"/>
                </a:defRPr>
              </a:lvl1pPr>
            </a:lstStyle>
            <a:p>
              <a:r>
                <a:rPr lang="vi-VN" sz="4800">
                  <a:latin typeface="Calibri" panose="020F0502020204030204" pitchFamily="34" charset="0"/>
                  <a:ea typeface="Calibri" panose="020F0502020204030204" pitchFamily="34" charset="0"/>
                  <a:cs typeface="Calibri" panose="020F0502020204030204" pitchFamily="34" charset="0"/>
                </a:rPr>
                <a:t>)</a:t>
              </a:r>
              <a:endParaRPr lang="en-US" sz="4800" dirty="0">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93039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36"/>
          <p:cNvSpPr txBox="1">
            <a:spLocks noGrp="1"/>
          </p:cNvSpPr>
          <p:nvPr>
            <p:ph type="title"/>
          </p:nvPr>
        </p:nvSpPr>
        <p:spPr>
          <a:xfrm>
            <a:off x="715100" y="298450"/>
            <a:ext cx="4046700" cy="64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b="1" dirty="0" smtClean="0">
                <a:latin typeface="Calibri" panose="020F0502020204030204" pitchFamily="34" charset="0"/>
                <a:cs typeface="Calibri" panose="020F0502020204030204" pitchFamily="34" charset="0"/>
              </a:rPr>
              <a:t>THIẾT KẾ</a:t>
            </a:r>
            <a:endParaRPr sz="4000" b="1" dirty="0">
              <a:latin typeface="Calibri" panose="020F0502020204030204" pitchFamily="34" charset="0"/>
              <a:cs typeface="Calibri" panose="020F0502020204030204" pitchFamily="34" charset="0"/>
            </a:endParaRPr>
          </a:p>
        </p:txBody>
      </p:sp>
      <p:sp>
        <p:nvSpPr>
          <p:cNvPr id="4" name="Google Shape;1545;p36"/>
          <p:cNvSpPr txBox="1">
            <a:spLocks/>
          </p:cNvSpPr>
          <p:nvPr/>
        </p:nvSpPr>
        <p:spPr>
          <a:xfrm>
            <a:off x="635000" y="2072064"/>
            <a:ext cx="1612900" cy="1041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Be Vietnam Pro Black"/>
              <a:buNone/>
              <a:defRPr sz="3000" b="0" i="0" u="none" strike="noStrike" cap="none">
                <a:solidFill>
                  <a:schemeClr val="dk1"/>
                </a:solidFill>
                <a:latin typeface="Be Vietnam Pro Black"/>
                <a:ea typeface="Be Vietnam Pro Black"/>
                <a:cs typeface="Be Vietnam Pro Black"/>
                <a:sym typeface="Be Vietnam Pro Black"/>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2800" b="1" dirty="0" err="1" smtClean="0">
                <a:latin typeface="Calibri" panose="020F0502020204030204" pitchFamily="34" charset="0"/>
                <a:cs typeface="Calibri" panose="020F0502020204030204" pitchFamily="34" charset="0"/>
              </a:rPr>
              <a:t>Mô</a:t>
            </a:r>
            <a:r>
              <a:rPr lang="en-US" sz="2800" b="1" dirty="0" smtClean="0">
                <a:latin typeface="Calibri" panose="020F0502020204030204" pitchFamily="34" charset="0"/>
                <a:cs typeface="Calibri" panose="020F0502020204030204" pitchFamily="34" charset="0"/>
              </a:rPr>
              <a:t> </a:t>
            </a:r>
            <a:r>
              <a:rPr lang="en-US" sz="2800" b="1" dirty="0" err="1" smtClean="0">
                <a:latin typeface="Calibri" panose="020F0502020204030204" pitchFamily="34" charset="0"/>
                <a:cs typeface="Calibri" panose="020F0502020204030204" pitchFamily="34" charset="0"/>
              </a:rPr>
              <a:t>hình</a:t>
            </a:r>
            <a:r>
              <a:rPr lang="en-US" sz="2800" b="1" dirty="0" smtClean="0">
                <a:latin typeface="Calibri" panose="020F0502020204030204" pitchFamily="34" charset="0"/>
                <a:cs typeface="Calibri" panose="020F0502020204030204" pitchFamily="34" charset="0"/>
              </a:rPr>
              <a:t> Use case</a:t>
            </a:r>
            <a:endParaRPr lang="en-US" sz="2800" b="1" dirty="0">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8450" y="833602"/>
            <a:ext cx="5594623" cy="3518324"/>
          </a:xfrm>
          <a:prstGeom prst="rect">
            <a:avLst/>
          </a:prstGeom>
        </p:spPr>
      </p:pic>
    </p:spTree>
    <p:extLst>
      <p:ext uri="{BB962C8B-B14F-4D97-AF65-F5344CB8AC3E}">
        <p14:creationId xmlns:p14="http://schemas.microsoft.com/office/powerpoint/2010/main" val="25525139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36"/>
          <p:cNvSpPr txBox="1">
            <a:spLocks noGrp="1"/>
          </p:cNvSpPr>
          <p:nvPr>
            <p:ph type="title"/>
          </p:nvPr>
        </p:nvSpPr>
        <p:spPr>
          <a:xfrm>
            <a:off x="715100" y="298450"/>
            <a:ext cx="2148750" cy="64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b="1" dirty="0" smtClean="0">
                <a:latin typeface="Calibri" panose="020F0502020204030204" pitchFamily="34" charset="0"/>
                <a:cs typeface="Calibri" panose="020F0502020204030204" pitchFamily="34" charset="0"/>
              </a:rPr>
              <a:t>THIẾT KẾ</a:t>
            </a:r>
            <a:endParaRPr sz="4000" b="1" dirty="0">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475" y="946150"/>
            <a:ext cx="6972733" cy="3534529"/>
          </a:xfrm>
          <a:prstGeom prst="rect">
            <a:avLst/>
          </a:prstGeom>
        </p:spPr>
      </p:pic>
      <p:sp>
        <p:nvSpPr>
          <p:cNvPr id="4" name="Google Shape;1545;p36"/>
          <p:cNvSpPr txBox="1">
            <a:spLocks/>
          </p:cNvSpPr>
          <p:nvPr/>
        </p:nvSpPr>
        <p:spPr>
          <a:xfrm>
            <a:off x="44450" y="2192714"/>
            <a:ext cx="1612900" cy="1041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Be Vietnam Pro Black"/>
              <a:buNone/>
              <a:defRPr sz="3000" b="0" i="0" u="none" strike="noStrike" cap="none">
                <a:solidFill>
                  <a:schemeClr val="dk1"/>
                </a:solidFill>
                <a:latin typeface="Be Vietnam Pro Black"/>
                <a:ea typeface="Be Vietnam Pro Black"/>
                <a:cs typeface="Be Vietnam Pro Black"/>
                <a:sym typeface="Be Vietnam Pro Black"/>
              </a:defRPr>
            </a:lvl1pPr>
            <a:lvl2pPr marR="0" lvl="1"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9pPr>
          </a:lstStyle>
          <a:p>
            <a:pPr algn="ctr"/>
            <a:r>
              <a:rPr lang="en-US" sz="2800" b="1" dirty="0" err="1" smtClean="0">
                <a:latin typeface="Calibri" panose="020F0502020204030204" pitchFamily="34" charset="0"/>
                <a:cs typeface="Calibri" panose="020F0502020204030204" pitchFamily="34" charset="0"/>
              </a:rPr>
              <a:t>Mô</a:t>
            </a:r>
            <a:r>
              <a:rPr lang="en-US" sz="2800" b="1" dirty="0" smtClean="0">
                <a:latin typeface="Calibri" panose="020F0502020204030204" pitchFamily="34" charset="0"/>
                <a:cs typeface="Calibri" panose="020F0502020204030204" pitchFamily="34" charset="0"/>
              </a:rPr>
              <a:t> </a:t>
            </a:r>
            <a:r>
              <a:rPr lang="en-US" sz="2800" b="1" dirty="0" err="1" smtClean="0">
                <a:latin typeface="Calibri" panose="020F0502020204030204" pitchFamily="34" charset="0"/>
                <a:cs typeface="Calibri" panose="020F0502020204030204" pitchFamily="34" charset="0"/>
              </a:rPr>
              <a:t>hình</a:t>
            </a:r>
            <a:r>
              <a:rPr lang="en-US" sz="2800" b="1" dirty="0" smtClean="0">
                <a:latin typeface="Calibri" panose="020F0502020204030204" pitchFamily="34" charset="0"/>
                <a:cs typeface="Calibri" panose="020F0502020204030204" pitchFamily="34" charset="0"/>
              </a:rPr>
              <a:t> </a:t>
            </a:r>
            <a:r>
              <a:rPr lang="en-US" sz="2800" b="1" dirty="0" err="1" smtClean="0">
                <a:latin typeface="Calibri" panose="020F0502020204030204" pitchFamily="34" charset="0"/>
                <a:cs typeface="Calibri" panose="020F0502020204030204" pitchFamily="34" charset="0"/>
              </a:rPr>
              <a:t>dữ</a:t>
            </a:r>
            <a:r>
              <a:rPr lang="en-US" sz="2800" b="1" dirty="0" smtClean="0">
                <a:latin typeface="Calibri" panose="020F0502020204030204" pitchFamily="34" charset="0"/>
                <a:cs typeface="Calibri" panose="020F0502020204030204" pitchFamily="34" charset="0"/>
              </a:rPr>
              <a:t> </a:t>
            </a:r>
            <a:r>
              <a:rPr lang="en-US" sz="2800" b="1" dirty="0" err="1" smtClean="0">
                <a:latin typeface="Calibri" panose="020F0502020204030204" pitchFamily="34" charset="0"/>
                <a:cs typeface="Calibri" panose="020F0502020204030204" pitchFamily="34" charset="0"/>
              </a:rPr>
              <a:t>liệu</a:t>
            </a:r>
            <a:endParaRPr lang="en-US" sz="2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72715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36"/>
          <p:cNvSpPr txBox="1">
            <a:spLocks noGrp="1"/>
          </p:cNvSpPr>
          <p:nvPr>
            <p:ph type="title"/>
          </p:nvPr>
        </p:nvSpPr>
        <p:spPr>
          <a:xfrm>
            <a:off x="715100" y="298450"/>
            <a:ext cx="5482500" cy="64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b="1" dirty="0" smtClean="0">
                <a:latin typeface="Calibri" panose="020F0502020204030204" pitchFamily="34" charset="0"/>
                <a:cs typeface="Calibri" panose="020F0502020204030204" pitchFamily="34" charset="0"/>
              </a:rPr>
              <a:t>XÂY DỰNG HỆ THỐNG</a:t>
            </a:r>
            <a:endParaRPr sz="4000" b="1" dirty="0">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3800" y="1525925"/>
            <a:ext cx="6743700" cy="3227844"/>
          </a:xfrm>
          <a:prstGeom prst="rect">
            <a:avLst/>
          </a:prstGeom>
        </p:spPr>
      </p:pic>
      <p:sp>
        <p:nvSpPr>
          <p:cNvPr id="3" name="Rectangle 2"/>
          <p:cNvSpPr/>
          <p:nvPr/>
        </p:nvSpPr>
        <p:spPr>
          <a:xfrm>
            <a:off x="2841075" y="982891"/>
            <a:ext cx="3449149" cy="506292"/>
          </a:xfrm>
          <a:prstGeom prst="rect">
            <a:avLst/>
          </a:prstGeom>
        </p:spPr>
        <p:txBody>
          <a:bodyPr wrap="none">
            <a:spAutoFit/>
          </a:bodyPr>
          <a:lstStyle/>
          <a:p>
            <a:pPr algn="just">
              <a:lnSpc>
                <a:spcPct val="150000"/>
              </a:lnSpc>
              <a:buClr>
                <a:srgbClr val="E58C09"/>
              </a:buClr>
              <a:buSzPct val="100000"/>
            </a:pPr>
            <a:r>
              <a:rPr lang="vi-VN" sz="20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Giao diện trang chủ </a:t>
            </a:r>
            <a:r>
              <a:rPr lang="en-US" sz="2000" b="1"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của</a:t>
            </a:r>
            <a:r>
              <a:rPr lang="en-US" sz="20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 Admin</a:t>
            </a:r>
            <a:endParaRPr lang="en-US" sz="20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18064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36"/>
          <p:cNvSpPr txBox="1">
            <a:spLocks noGrp="1"/>
          </p:cNvSpPr>
          <p:nvPr>
            <p:ph type="title"/>
          </p:nvPr>
        </p:nvSpPr>
        <p:spPr>
          <a:xfrm>
            <a:off x="715100" y="298450"/>
            <a:ext cx="5482500" cy="64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b="1" dirty="0" smtClean="0">
                <a:latin typeface="Calibri" panose="020F0502020204030204" pitchFamily="34" charset="0"/>
                <a:cs typeface="Calibri" panose="020F0502020204030204" pitchFamily="34" charset="0"/>
              </a:rPr>
              <a:t>XÂY DỰNG HỆ THỐNG</a:t>
            </a:r>
            <a:endParaRPr sz="4000" b="1" dirty="0">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850" y="1549370"/>
            <a:ext cx="6800850" cy="3255199"/>
          </a:xfrm>
          <a:prstGeom prst="rect">
            <a:avLst/>
          </a:prstGeom>
        </p:spPr>
      </p:pic>
      <p:sp>
        <p:nvSpPr>
          <p:cNvPr id="4" name="Rectangle 3"/>
          <p:cNvSpPr/>
          <p:nvPr/>
        </p:nvSpPr>
        <p:spPr>
          <a:xfrm>
            <a:off x="2175023" y="975564"/>
            <a:ext cx="4368504" cy="506292"/>
          </a:xfrm>
          <a:prstGeom prst="rect">
            <a:avLst/>
          </a:prstGeom>
        </p:spPr>
        <p:txBody>
          <a:bodyPr wrap="none">
            <a:spAutoFit/>
          </a:bodyPr>
          <a:lstStyle/>
          <a:p>
            <a:pPr algn="just">
              <a:lnSpc>
                <a:spcPct val="150000"/>
              </a:lnSpc>
              <a:buClr>
                <a:srgbClr val="E58C09"/>
              </a:buClr>
              <a:buSzPct val="100000"/>
            </a:pPr>
            <a:r>
              <a:rPr lang="vi-VN" sz="20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Giao diện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quản</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lý</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giảng</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viên</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err="1" smtClean="0">
                <a:solidFill>
                  <a:schemeClr val="tx1"/>
                </a:solidFill>
                <a:latin typeface="Calibri" panose="020F0502020204030204" pitchFamily="34" charset="0"/>
                <a:ea typeface="Calibri" panose="020F0502020204030204" pitchFamily="34" charset="0"/>
                <a:cs typeface="Calibri" panose="020F0502020204030204" pitchFamily="34" charset="0"/>
              </a:rPr>
              <a:t>của</a:t>
            </a:r>
            <a:r>
              <a:rPr lang="en-US" sz="2000" b="1" kern="12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20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Admin</a:t>
            </a:r>
            <a:endParaRPr lang="en-US" sz="20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4284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sp>
        <p:nvSpPr>
          <p:cNvPr id="1545" name="Google Shape;1545;p36"/>
          <p:cNvSpPr txBox="1">
            <a:spLocks noGrp="1"/>
          </p:cNvSpPr>
          <p:nvPr>
            <p:ph type="title"/>
          </p:nvPr>
        </p:nvSpPr>
        <p:spPr>
          <a:xfrm>
            <a:off x="715100" y="298450"/>
            <a:ext cx="7235100" cy="64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b="1" dirty="0" smtClean="0">
                <a:latin typeface="Calibri" panose="020F0502020204030204" pitchFamily="34" charset="0"/>
                <a:cs typeface="Calibri" panose="020F0502020204030204" pitchFamily="34" charset="0"/>
              </a:rPr>
              <a:t>KẾT LUẬN – HƯỚNG PHÁT TRIỂN</a:t>
            </a:r>
            <a:endParaRPr sz="4000" b="1" dirty="0">
              <a:latin typeface="Calibri" panose="020F0502020204030204" pitchFamily="34" charset="0"/>
              <a:cs typeface="Calibri" panose="020F0502020204030204" pitchFamily="34" charset="0"/>
            </a:endParaRPr>
          </a:p>
        </p:txBody>
      </p:sp>
      <p:sp>
        <p:nvSpPr>
          <p:cNvPr id="7" name="Slide Number Placeholder 10">
            <a:extLst>
              <a:ext uri="{FF2B5EF4-FFF2-40B4-BE49-F238E27FC236}">
                <a16:creationId xmlns:a16="http://schemas.microsoft.com/office/drawing/2014/main" xmlns="" id="{4F6BA4CE-8BD2-419E-A270-15A0EFE01D9F}"/>
              </a:ext>
            </a:extLst>
          </p:cNvPr>
          <p:cNvSpPr txBox="1">
            <a:spLocks/>
          </p:cNvSpPr>
          <p:nvPr/>
        </p:nvSpPr>
        <p:spPr>
          <a:xfrm>
            <a:off x="11506200" y="6324600"/>
            <a:ext cx="302281" cy="36576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4FAB73BC-B049-4115-A692-8D63A059BFB8}" type="slidenum">
              <a:rPr lang="en-US" sz="1600" smtClean="0">
                <a:latin typeface="Calibri" panose="020F0502020204030204" pitchFamily="34" charset="0"/>
                <a:ea typeface="Calibri" panose="020F0502020204030204" pitchFamily="34" charset="0"/>
                <a:cs typeface="Calibri" panose="020F0502020204030204" pitchFamily="34" charset="0"/>
              </a:rPr>
              <a:pPr/>
              <a:t>11</a:t>
            </a:fld>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Placeholder 119">
            <a:extLst>
              <a:ext uri="{FF2B5EF4-FFF2-40B4-BE49-F238E27FC236}">
                <a16:creationId xmlns:a16="http://schemas.microsoft.com/office/drawing/2014/main" xmlns="" id="{C0F25050-A2F4-4F04-ACDB-1E69650344BA}"/>
              </a:ext>
              <a:ext uri="{C183D7F6-B498-43B3-948B-1728B52AA6E4}">
                <adec:decorative xmlns:adec="http://schemas.microsoft.com/office/drawing/2017/decorative" xmlns="" val="1"/>
              </a:ext>
            </a:extLst>
          </p:cNvPr>
          <p:cNvSpPr txBox="1">
            <a:spLocks/>
          </p:cNvSpPr>
          <p:nvPr/>
        </p:nvSpPr>
        <p:spPr>
          <a:xfrm>
            <a:off x="11570472" y="662606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325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9" name="Content Placeholder 12">
            <a:extLst>
              <a:ext uri="{FF2B5EF4-FFF2-40B4-BE49-F238E27FC236}">
                <a16:creationId xmlns:a16="http://schemas.microsoft.com/office/drawing/2014/main" xmlns="" id="{BA8FB341-6CE9-93DF-7515-EDC769CF32CD}"/>
              </a:ext>
            </a:extLst>
          </p:cNvPr>
          <p:cNvSpPr txBox="1">
            <a:spLocks/>
          </p:cNvSpPr>
          <p:nvPr/>
        </p:nvSpPr>
        <p:spPr>
          <a:xfrm>
            <a:off x="416560" y="1261606"/>
            <a:ext cx="7984489" cy="1574801"/>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lnSpc>
                <a:spcPct val="150000"/>
              </a:lnSpc>
              <a:spcBef>
                <a:spcPts val="0"/>
              </a:spcBef>
              <a:spcAft>
                <a:spcPts val="0"/>
              </a:spcAft>
              <a:buClr>
                <a:srgbClr val="E58C09"/>
              </a:buClr>
              <a:buNone/>
            </a:pPr>
            <a:r>
              <a:rPr lang="vi-VN" sz="1600" b="1" dirty="0">
                <a:latin typeface="Calibri" panose="020F0502020204030204" pitchFamily="34" charset="0"/>
                <a:ea typeface="Calibri" panose="020F0502020204030204" pitchFamily="34" charset="0"/>
                <a:cs typeface="Calibri" panose="020F0502020204030204" pitchFamily="34" charset="0"/>
              </a:rPr>
              <a:t>Kết luận</a:t>
            </a:r>
          </a:p>
          <a:p>
            <a:pPr algn="just">
              <a:lnSpc>
                <a:spcPct val="150000"/>
              </a:lnSpc>
              <a:spcBef>
                <a:spcPts val="0"/>
              </a:spcBef>
              <a:spcAft>
                <a:spcPts val="0"/>
              </a:spcAft>
              <a:buClr>
                <a:srgbClr val="E58C09"/>
              </a:buClr>
              <a:buFont typeface="Wingdings" panose="05000000000000000000" pitchFamily="2" charset="2"/>
              <a:buChar char="ü"/>
            </a:pPr>
            <a:r>
              <a:rPr lang="en-US" sz="1600" dirty="0" err="1" smtClean="0">
                <a:latin typeface="Calibri" panose="020F0502020204030204" pitchFamily="34" charset="0"/>
                <a:ea typeface="Calibri" panose="020F0502020204030204" pitchFamily="34" charset="0"/>
                <a:cs typeface="Calibri" panose="020F0502020204030204" pitchFamily="34" charset="0"/>
              </a:rPr>
              <a:t>Xây</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dựng</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được</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một</a:t>
            </a:r>
            <a:r>
              <a:rPr lang="en-US" sz="1600" dirty="0" smtClean="0">
                <a:latin typeface="Calibri" panose="020F0502020204030204" pitchFamily="34" charset="0"/>
                <a:ea typeface="Calibri" panose="020F0502020204030204" pitchFamily="34" charset="0"/>
                <a:cs typeface="Calibri" panose="020F0502020204030204" pitchFamily="34" charset="0"/>
              </a:rPr>
              <a:t> website </a:t>
            </a:r>
            <a:r>
              <a:rPr lang="en-US" sz="1600" dirty="0" err="1" smtClean="0">
                <a:latin typeface="Calibri" panose="020F0502020204030204" pitchFamily="34" charset="0"/>
                <a:ea typeface="Calibri" panose="020F0502020204030204" pitchFamily="34" charset="0"/>
                <a:cs typeface="Calibri" panose="020F0502020204030204" pitchFamily="34" charset="0"/>
              </a:rPr>
              <a:t>với</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các</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chức</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năng</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cơ</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bản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cần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có</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để</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có</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thể</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quản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lý</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đề</a:t>
            </a:r>
            <a:r>
              <a:rPr lang="en-US" sz="1600" dirty="0" smtClean="0">
                <a:latin typeface="Calibri" panose="020F0502020204030204" pitchFamily="34" charset="0"/>
                <a:ea typeface="Calibri" panose="020F0502020204030204" pitchFamily="34" charset="0"/>
                <a:cs typeface="Calibri" panose="020F0502020204030204" pitchFamily="34" charset="0"/>
              </a:rPr>
              <a:t> cường.</a:t>
            </a:r>
          </a:p>
          <a:p>
            <a:pPr algn="just">
              <a:lnSpc>
                <a:spcPct val="150000"/>
              </a:lnSpc>
              <a:spcBef>
                <a:spcPts val="0"/>
              </a:spcBef>
              <a:spcAft>
                <a:spcPts val="0"/>
              </a:spcAft>
              <a:buClr>
                <a:srgbClr val="E58C09"/>
              </a:buClr>
              <a:buFont typeface="Calibri" panose="020F0502020204030204" pitchFamily="34" charset="0"/>
              <a:buChar char="×"/>
            </a:pPr>
            <a:r>
              <a:rPr lang="vi-VN"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Giao</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diện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nhìn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còn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sơ</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sài</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chưa</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được</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đẹp</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mắt</a:t>
            </a:r>
            <a:r>
              <a:rPr lang="en-US" sz="1600" dirty="0" smtClean="0">
                <a:latin typeface="Calibri" panose="020F0502020204030204" pitchFamily="34" charset="0"/>
                <a:ea typeface="Calibri" panose="020F0502020204030204" pitchFamily="34" charset="0"/>
                <a:cs typeface="Calibri" panose="020F0502020204030204" pitchFamily="34" charset="0"/>
              </a:rPr>
              <a:t>.</a:t>
            </a:r>
          </a:p>
          <a:p>
            <a:pPr algn="just">
              <a:lnSpc>
                <a:spcPct val="150000"/>
              </a:lnSpc>
              <a:spcBef>
                <a:spcPts val="0"/>
              </a:spcBef>
              <a:spcAft>
                <a:spcPts val="0"/>
              </a:spcAft>
              <a:buClr>
                <a:srgbClr val="E58C09"/>
              </a:buClr>
              <a:buFont typeface="Calibri" panose="020F0502020204030204" pitchFamily="34" charset="0"/>
              <a:buChar char="×"/>
            </a:pPr>
            <a:r>
              <a:rPr lang="en-US" sz="1600" dirty="0" err="1">
                <a:latin typeface="Calibri" panose="020F0502020204030204" pitchFamily="34" charset="0"/>
                <a:ea typeface="Calibri" panose="020F0502020204030204" pitchFamily="34" charset="0"/>
                <a:cs typeface="Calibri" panose="020F0502020204030204" pitchFamily="34" charset="0"/>
              </a:rPr>
              <a:t>Chưa</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trình</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bày</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đầy</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đủ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một</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số</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tính</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năng</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cảu</a:t>
            </a:r>
            <a:r>
              <a:rPr lang="en-US" sz="1600" dirty="0">
                <a:latin typeface="Calibri" panose="020F0502020204030204" pitchFamily="34" charset="0"/>
                <a:ea typeface="Calibri" panose="020F0502020204030204" pitchFamily="34" charset="0"/>
                <a:cs typeface="Calibri" panose="020F0502020204030204" pitchFamily="34" charset="0"/>
              </a:rPr>
              <a:t> website </a:t>
            </a:r>
            <a:r>
              <a:rPr lang="en-US" sz="1600" dirty="0" err="1">
                <a:latin typeface="Calibri" panose="020F0502020204030204" pitchFamily="34" charset="0"/>
                <a:ea typeface="Calibri" panose="020F0502020204030204" pitchFamily="34" charset="0"/>
                <a:cs typeface="Calibri" panose="020F0502020204030204" pitchFamily="34" charset="0"/>
              </a:rPr>
              <a:t>quản</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lý</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đề</a:t>
            </a:r>
            <a:r>
              <a:rPr lang="en-US" sz="1600" dirty="0">
                <a:latin typeface="Calibri" panose="020F0502020204030204" pitchFamily="34" charset="0"/>
                <a:ea typeface="Calibri" panose="020F0502020204030204" pitchFamily="34" charset="0"/>
                <a:cs typeface="Calibri" panose="020F0502020204030204" pitchFamily="34" charset="0"/>
              </a:rPr>
              <a:t> cường.</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0" name="Content Placeholder 12">
            <a:extLst>
              <a:ext uri="{FF2B5EF4-FFF2-40B4-BE49-F238E27FC236}">
                <a16:creationId xmlns:a16="http://schemas.microsoft.com/office/drawing/2014/main" xmlns="" id="{97E02ADF-F0E4-9009-2718-24406FF016F8}"/>
              </a:ext>
            </a:extLst>
          </p:cNvPr>
          <p:cNvSpPr txBox="1">
            <a:spLocks/>
          </p:cNvSpPr>
          <p:nvPr/>
        </p:nvSpPr>
        <p:spPr>
          <a:xfrm>
            <a:off x="416561" y="2836408"/>
            <a:ext cx="7984488" cy="1771649"/>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lgn="just">
              <a:lnSpc>
                <a:spcPct val="150000"/>
              </a:lnSpc>
              <a:spcBef>
                <a:spcPts val="0"/>
              </a:spcBef>
              <a:spcAft>
                <a:spcPts val="0"/>
              </a:spcAft>
              <a:buClr>
                <a:srgbClr val="E58C09"/>
              </a:buClr>
              <a:buNone/>
            </a:pPr>
            <a:r>
              <a:rPr lang="vi-VN" sz="1600" b="1" dirty="0">
                <a:latin typeface="Calibri" panose="020F0502020204030204" pitchFamily="34" charset="0"/>
                <a:ea typeface="Calibri" panose="020F0502020204030204" pitchFamily="34" charset="0"/>
                <a:cs typeface="Calibri" panose="020F0502020204030204" pitchFamily="34" charset="0"/>
              </a:rPr>
              <a:t>Hướng phát triển</a:t>
            </a:r>
          </a:p>
          <a:p>
            <a:pPr algn="just">
              <a:lnSpc>
                <a:spcPct val="150000"/>
              </a:lnSpc>
              <a:spcBef>
                <a:spcPts val="0"/>
              </a:spcBef>
              <a:spcAft>
                <a:spcPts val="0"/>
              </a:spcAft>
              <a:buClr>
                <a:srgbClr val="E58C09"/>
              </a:buClr>
              <a:buFont typeface="Wingdings" panose="05000000000000000000" pitchFamily="2" charset="2"/>
              <a:buChar char="Ø"/>
            </a:pPr>
            <a:r>
              <a:rPr lang="vi-VN" sz="1600" dirty="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Hoàn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thiện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các</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tính</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năng</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còn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thiếu</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của</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hệ</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thống</a:t>
            </a:r>
            <a:r>
              <a:rPr lang="en-US" sz="1600" dirty="0" smtClean="0">
                <a:latin typeface="Calibri" panose="020F0502020204030204" pitchFamily="34" charset="0"/>
                <a:ea typeface="Calibri" panose="020F0502020204030204" pitchFamily="34" charset="0"/>
                <a:cs typeface="Calibri" panose="020F0502020204030204" pitchFamily="34" charset="0"/>
              </a:rPr>
              <a:t>.</a:t>
            </a:r>
          </a:p>
          <a:p>
            <a:pPr algn="just">
              <a:lnSpc>
                <a:spcPct val="150000"/>
              </a:lnSpc>
              <a:spcBef>
                <a:spcPts val="0"/>
              </a:spcBef>
              <a:spcAft>
                <a:spcPts val="0"/>
              </a:spcAft>
              <a:buClr>
                <a:srgbClr val="E58C09"/>
              </a:buClr>
              <a:buFont typeface="Wingdings" panose="05000000000000000000" pitchFamily="2" charset="2"/>
              <a:buChar char="Ø"/>
            </a:pPr>
            <a:r>
              <a:rPr lang="en-US" sz="1600" dirty="0" err="1" smtClean="0">
                <a:latin typeface="Calibri" panose="020F0502020204030204" pitchFamily="34" charset="0"/>
                <a:ea typeface="Calibri" panose="020F0502020204030204" pitchFamily="34" charset="0"/>
                <a:cs typeface="Calibri" panose="020F0502020204030204" pitchFamily="34" charset="0"/>
              </a:rPr>
              <a:t>Tới</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ưu</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hóa</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các</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chức</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năng</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hiện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tại</a:t>
            </a:r>
            <a:r>
              <a:rPr lang="en-US" sz="1600" dirty="0" smtClean="0">
                <a:latin typeface="Calibri" panose="020F0502020204030204" pitchFamily="34" charset="0"/>
                <a:ea typeface="Calibri" panose="020F0502020204030204" pitchFamily="34" charset="0"/>
                <a:cs typeface="Calibri" panose="020F0502020204030204" pitchFamily="34" charset="0"/>
              </a:rPr>
              <a:t>.</a:t>
            </a:r>
          </a:p>
          <a:p>
            <a:pPr algn="just">
              <a:lnSpc>
                <a:spcPct val="150000"/>
              </a:lnSpc>
              <a:spcBef>
                <a:spcPts val="0"/>
              </a:spcBef>
              <a:spcAft>
                <a:spcPts val="0"/>
              </a:spcAft>
              <a:buClr>
                <a:srgbClr val="E58C09"/>
              </a:buClr>
              <a:buFont typeface="Wingdings" panose="05000000000000000000" pitchFamily="2" charset="2"/>
              <a:buChar char="Ø"/>
            </a:pPr>
            <a:r>
              <a:rPr lang="en-US" sz="1600" dirty="0" err="1" smtClean="0">
                <a:latin typeface="Calibri" panose="020F0502020204030204" pitchFamily="34" charset="0"/>
                <a:ea typeface="Calibri" panose="020F0502020204030204" pitchFamily="34" charset="0"/>
                <a:cs typeface="Calibri" panose="020F0502020204030204" pitchFamily="34" charset="0"/>
              </a:rPr>
              <a:t>Cải</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thiện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lại</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giao</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diện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để</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thân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thiện</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với</a:t>
            </a:r>
            <a:r>
              <a:rPr lang="en-US" sz="1600" dirty="0" smtClean="0">
                <a:latin typeface="Calibri" panose="020F0502020204030204" pitchFamily="34" charset="0"/>
                <a:ea typeface="Calibri" panose="020F0502020204030204" pitchFamily="34" charset="0"/>
                <a:cs typeface="Calibri" panose="020F0502020204030204" pitchFamily="34" charset="0"/>
              </a:rPr>
              <a:t> </a:t>
            </a:r>
            <a:r>
              <a:rPr lang="en-US" sz="1600" dirty="0" err="1" smtClean="0">
                <a:latin typeface="Calibri" panose="020F0502020204030204" pitchFamily="34" charset="0"/>
                <a:ea typeface="Calibri" panose="020F0502020204030204" pitchFamily="34" charset="0"/>
                <a:cs typeface="Calibri" panose="020F0502020204030204" pitchFamily="34" charset="0"/>
              </a:rPr>
              <a:t>người</a:t>
            </a:r>
            <a:r>
              <a:rPr lang="en-US" sz="1600" dirty="0" smtClean="0">
                <a:latin typeface="Calibri" panose="020F0502020204030204" pitchFamily="34" charset="0"/>
                <a:ea typeface="Calibri" panose="020F0502020204030204" pitchFamily="34" charset="0"/>
                <a:cs typeface="Calibri" panose="020F0502020204030204" pitchFamily="34" charset="0"/>
              </a:rPr>
              <a:t> dung.</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8018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Medical Conference Style Presentation by Slidesgo">
  <a:themeElements>
    <a:clrScheme name="Simple Light">
      <a:dk1>
        <a:srgbClr val="2066B8"/>
      </a:dk1>
      <a:lt1>
        <a:srgbClr val="000000"/>
      </a:lt1>
      <a:dk2>
        <a:srgbClr val="FFFFFF"/>
      </a:dk2>
      <a:lt2>
        <a:srgbClr val="11437E"/>
      </a:lt2>
      <a:accent1>
        <a:srgbClr val="4D8EE0"/>
      </a:accent1>
      <a:accent2>
        <a:srgbClr val="E2E2E2"/>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384</Words>
  <Application>Microsoft Office PowerPoint</Application>
  <PresentationFormat>On-screen Show (16:9)</PresentationFormat>
  <Paragraphs>52</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Inter</vt:lpstr>
      <vt:lpstr>Raleway</vt:lpstr>
      <vt:lpstr>Arial</vt:lpstr>
      <vt:lpstr>Wingdings</vt:lpstr>
      <vt:lpstr>Be Vietnam Pro Black</vt:lpstr>
      <vt:lpstr>Medical Conference Style Presentation by Slidesgo</vt:lpstr>
      <vt:lpstr>XÂY DỰNG WEBSITE  QUẢN LÝ, THEO DÕI VÀ ĐÁNH GIÁ CÁC THAY ĐỔI ĐỀ CƯƠNG CHI TIẾT CỦA CHƯƠNG TRÌNH ĐÀO TẠO </vt:lpstr>
      <vt:lpstr>NỘI DUNG</vt:lpstr>
      <vt:lpstr>GIỚI THIỆU</vt:lpstr>
      <vt:lpstr>GIỚI THIỆU</vt:lpstr>
      <vt:lpstr>CƠ SỞ LÝ THUYẾT</vt:lpstr>
      <vt:lpstr>THIẾT KẾ</vt:lpstr>
      <vt:lpstr>THIẾT KẾ</vt:lpstr>
      <vt:lpstr>XÂY DỰNG HỆ THỐNG</vt:lpstr>
      <vt:lpstr>XÂY DỰNG HỆ THỐNG</vt:lpstr>
      <vt:lpstr>KẾT LUẬN – HƯỚNG PHÁT TRIỂN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CONFERENCE STYLE PRESENTATION</dc:title>
  <cp:lastModifiedBy>Microsoft account</cp:lastModifiedBy>
  <cp:revision>17</cp:revision>
  <dcterms:modified xsi:type="dcterms:W3CDTF">2024-09-27T18:33:06Z</dcterms:modified>
</cp:coreProperties>
</file>